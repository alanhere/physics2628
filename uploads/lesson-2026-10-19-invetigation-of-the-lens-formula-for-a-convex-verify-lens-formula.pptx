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433" r:id="rId2"/>
    <p:sldId id="379" r:id="rId3"/>
    <p:sldId id="317" r:id="rId4"/>
    <p:sldId id="376" r:id="rId5"/>
    <p:sldId id="377" r:id="rId6"/>
    <p:sldId id="319" r:id="rId7"/>
    <p:sldId id="318" r:id="rId8"/>
    <p:sldId id="378" r:id="rId9"/>
    <p:sldId id="406" r:id="rId10"/>
    <p:sldId id="372" r:id="rId11"/>
    <p:sldId id="423" r:id="rId12"/>
    <p:sldId id="424" r:id="rId13"/>
    <p:sldId id="4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0CFD6-6970-204A-9C05-B87310AB38E7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AA696-890F-AC4F-9E1B-214B8D2A2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1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Drew dashed line at centre of lens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923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Drew dashed line at centre of lens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345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Added the word Changed cardboard screen to “Screen (white card)”</a:t>
            </a:r>
          </a:p>
          <a:p>
            <a:r>
              <a:rPr lang="en-GB" dirty="0"/>
              <a:t>Drew dashed line at centre of lens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68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Changed cardboard screen to “Screen (white card)”</a:t>
            </a:r>
          </a:p>
          <a:p>
            <a:r>
              <a:rPr lang="en-GB" dirty="0"/>
              <a:t>Drew dashed line at centre of lens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388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828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509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0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EF4A-6885-A843-8082-BA19F6F9C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858DC-8754-8D4F-EAF9-61F65182F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F3E68-BF91-275E-C2AD-AFFCD523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C98BC-7467-8E57-72DC-149360E46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47D85-2551-1C5F-A984-C02AF6F5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8C14-66D8-7861-FF03-FCE0022D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F2DDB-CC61-43E7-69B8-712A59BA2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072FE-EFD0-EBB8-5014-7E08848A5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B86AA-FFC8-38EE-6275-6783492A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2D98E-8C32-6DB3-A44F-2EF0AC2C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0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AA5F-5441-8748-8724-75A8E71B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562F9-B2CA-311A-D68A-440D0A84B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ED322-FAD4-8E0B-A07C-63ECC534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A64E7-CA2C-D751-EC1A-9C43B24D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E982C-72D7-9F67-3764-ABE5774D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1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5746-E513-58AF-7C79-7847C9D6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56A52-970A-FE39-2A70-FC7F622F8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AC08E-0D63-DE3B-AEBE-6292F0F2A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2CF72-9170-578D-F88C-CF5690AD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2E288-A646-CE0C-AFC3-37C1E4118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20FBC-CBBA-697F-E234-3680AA82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20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B17AE-805B-5592-DE2B-7970B8D05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DE888-DCFA-B267-C582-6238C2742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8A700-AC1B-7077-C2E1-C58988EF4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4B735-F4F9-70D7-4B9F-3D9856D53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729E9-4187-A1D8-CABC-986A06CA7B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738DAD-BE90-75C3-3CA5-A03191CF1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450EC-9C70-4624-1201-7F8B7689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DF5962-7D1A-E39E-CE7C-55241AD5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1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9C66-97EB-E6A9-64F5-FED5A99A0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9E325-520E-0F51-6976-93C16324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1FAD8-DD61-ADBA-6B91-B77E83F3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519FD-5341-8CED-321F-F48EDEBB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46426-EA89-98EA-E0E1-5BAC6BC2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B84BB-3332-8A7D-E368-B590C89E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C1394-0B51-6CDC-7F6A-6A517083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2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7824-2628-6E5A-7B8C-142A7215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B4A9C-F0DB-0B0E-B19E-EE72FCCB2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414D7-5103-A333-A0C2-641B5419E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B0744-FA16-97C9-5BB4-6E0CB0BA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0D8D3-B4C2-F6BF-65EF-096057382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508BE-1279-4317-DD5C-252DB2CA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A5C2-B4B3-2B6D-92F4-688709E4E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83460-4CC2-C74F-5F7B-A4839B15E70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725A3-B2AC-3CEF-D03E-E52B3D2F5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81E37-681B-6C21-7B13-8AA68624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B3155-49ED-F622-A46E-87CA9B0C0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369DE-35F1-4777-7B90-0F573915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89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445E-82EB-4D4A-8C46-FD1BC2AA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1D8C5-15B3-590E-1C17-4F224541D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64938-0B11-1EF3-6495-65BD37772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08DE2-A7D3-A152-CDFB-0C5799B42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3EAEB-4D46-0C12-D380-68C24BCE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8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601BF-A557-6407-FDAD-59E87AFA6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A4CC4-8F18-E3CC-4E06-C4700CFFB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8D6A5-7800-4BBC-1D07-D3DC739AD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C2C04-E3B9-8ECB-D313-C2776E2C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B9218-1A15-C3F0-48C3-10E36FDC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74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 Section">
    <p:bg>
      <p:bgPr>
        <a:gradFill flip="none" rotWithShape="1">
          <a:gsLst>
            <a:gs pos="32000">
              <a:srgbClr val="EEFED6"/>
            </a:gs>
            <a:gs pos="100000">
              <a:srgbClr val="BCF86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C173-FD9A-E750-4E92-06C76F94D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79255"/>
            <a:ext cx="10515600" cy="2529923"/>
          </a:xfrm>
        </p:spPr>
        <p:txBody>
          <a:bodyPr>
            <a:spAutoFit/>
          </a:bodyPr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Experiment Sub Section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1407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ment">
    <p:bg>
      <p:bgPr>
        <a:solidFill>
          <a:srgbClr val="CEF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08136F-3141-4B9E-EF1D-6D5480BC117B}"/>
              </a:ext>
            </a:extLst>
          </p:cNvPr>
          <p:cNvSpPr/>
          <p:nvPr userDrawn="1"/>
        </p:nvSpPr>
        <p:spPr>
          <a:xfrm>
            <a:off x="338667" y="197771"/>
            <a:ext cx="11514667" cy="646245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D164B-9D98-7779-255A-E9DCAE09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42019"/>
            <a:ext cx="11616267" cy="705642"/>
          </a:xfrm>
        </p:spPr>
        <p:txBody>
          <a:bodyPr wrap="square">
            <a:sp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839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C233-D9BE-E225-F7BE-7698F79F30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057" y="0"/>
            <a:ext cx="8810824" cy="461665"/>
          </a:xfrm>
        </p:spPr>
        <p:txBody>
          <a:bodyPr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Input Example Number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D2E70-2916-C899-0337-ABD454C299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3057" y="461665"/>
            <a:ext cx="11865887" cy="48263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question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704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erc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C233-D9BE-E225-F7BE-7698F79F30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057" y="0"/>
            <a:ext cx="8810824" cy="461665"/>
          </a:xfrm>
        </p:spPr>
        <p:txBody>
          <a:bodyPr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Input exercise Number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D2E70-2916-C899-0337-ABD454C299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3057" y="461665"/>
            <a:ext cx="11865887" cy="482633"/>
          </a:xfr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question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77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2439D-975B-CEE6-F6A2-DD97F3EFA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F02EF-73FA-89EC-268A-EF6680DA3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15481-E3CA-D864-4376-E23708995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ED51E-0536-364C-BD41-A17BC4C13D7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EDB4F-8448-919C-0CE2-11C344404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71E1A-A569-B049-EA81-06850E5C8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E5E69-A578-9D4E-87DC-5225A7568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0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FC681DAD-B036-04DE-C3EA-67971365A3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362200" y="2013166"/>
                <a:ext cx="10515600" cy="2062103"/>
              </a:xfrm>
            </p:spPr>
            <p:txBody>
              <a:bodyPr/>
              <a:lstStyle/>
              <a:p>
                <a:r>
                  <a:rPr lang="en-I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Verify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den>
                    </m:f>
                    <m:r>
                      <a:rPr lang="en-GB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den>
                    </m:f>
                    <m:r>
                      <a:rPr lang="en-GB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FC681DAD-B036-04DE-C3EA-67971365A3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362200" y="2013166"/>
                <a:ext cx="10515600" cy="2062103"/>
              </a:xfrm>
              <a:blipFill>
                <a:blip r:embed="rId2"/>
                <a:stretch>
                  <a:fillRect t="-8537" b="-15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96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EAE0-55E8-E702-0B23-C378C14F6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56F902-D2CD-6D01-B79C-F7DD539F55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778000" y="197771"/>
                <a:ext cx="8712200" cy="1077218"/>
              </a:xfrm>
            </p:spPr>
            <p:txBody>
              <a:bodyPr/>
              <a:lstStyle/>
              <a:p>
                <a:r>
                  <a:rPr lang="en-IE" sz="3600" dirty="0"/>
                  <a:t>Experiment to Verify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𝒇</m:t>
                        </m:r>
                      </m:den>
                    </m:f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𝒖</m:t>
                        </m:r>
                      </m:den>
                    </m:f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𝒗</m:t>
                        </m:r>
                      </m:den>
                    </m:f>
                  </m:oMath>
                </a14:m>
                <a:endParaRPr lang="en-IE" sz="36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56F902-D2CD-6D01-B79C-F7DD539F55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778000" y="197771"/>
                <a:ext cx="8712200" cy="1077218"/>
              </a:xfrm>
              <a:blipFill>
                <a:blip r:embed="rId3"/>
                <a:stretch>
                  <a:fillRect l="-2183" t="-2326" b="-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481E3C-03DF-26CA-AE08-1E7C3A17A273}"/>
                  </a:ext>
                </a:extLst>
              </p:cNvPr>
              <p:cNvSpPr txBox="1"/>
              <p:nvPr/>
            </p:nvSpPr>
            <p:spPr>
              <a:xfrm>
                <a:off x="2473891" y="3327588"/>
                <a:ext cx="7576134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experiment we will start with a known value for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If its not known, use the “distant object method” to get it.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At the end we will calculate percentage error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481E3C-03DF-26CA-AE08-1E7C3A17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891" y="3327588"/>
                <a:ext cx="7576134" cy="2554545"/>
              </a:xfrm>
              <a:prstGeom prst="rect">
                <a:avLst/>
              </a:prstGeom>
              <a:blipFill>
                <a:blip r:embed="rId4"/>
                <a:stretch>
                  <a:fillRect l="-1672" t="-2970" b="-5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46B58F-0C17-4066-77EC-DD8FB70C97FA}"/>
              </a:ext>
            </a:extLst>
          </p:cNvPr>
          <p:cNvCxnSpPr>
            <a:cxnSpLocks/>
          </p:cNvCxnSpPr>
          <p:nvPr/>
        </p:nvCxnSpPr>
        <p:spPr bwMode="auto">
          <a:xfrm>
            <a:off x="3589110" y="2524578"/>
            <a:ext cx="209832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13459B-E55F-7EDF-8199-42A588D2690D}"/>
              </a:ext>
            </a:extLst>
          </p:cNvPr>
          <p:cNvCxnSpPr>
            <a:cxnSpLocks/>
          </p:cNvCxnSpPr>
          <p:nvPr/>
        </p:nvCxnSpPr>
        <p:spPr bwMode="auto">
          <a:xfrm flipV="1">
            <a:off x="5697211" y="2524578"/>
            <a:ext cx="3083003" cy="168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B8BD533-58E2-2FA4-B7B6-C97127972EDE}"/>
              </a:ext>
            </a:extLst>
          </p:cNvPr>
          <p:cNvSpPr/>
          <p:nvPr/>
        </p:nvSpPr>
        <p:spPr bwMode="auto">
          <a:xfrm>
            <a:off x="5582103" y="1535265"/>
            <a:ext cx="245839" cy="795663"/>
          </a:xfrm>
          <a:custGeom>
            <a:avLst/>
            <a:gdLst>
              <a:gd name="connsiteX0" fmla="*/ 191386 w 627321"/>
              <a:gd name="connsiteY0" fmla="*/ 0 h 2519916"/>
              <a:gd name="connsiteX1" fmla="*/ 627321 w 627321"/>
              <a:gd name="connsiteY1" fmla="*/ 2519916 h 2519916"/>
              <a:gd name="connsiteX2" fmla="*/ 0 w 627321"/>
              <a:gd name="connsiteY2" fmla="*/ 2509283 h 2519916"/>
              <a:gd name="connsiteX3" fmla="*/ 191386 w 627321"/>
              <a:gd name="connsiteY3" fmla="*/ 0 h 2519916"/>
              <a:gd name="connsiteX0" fmla="*/ 191386 w 191386"/>
              <a:gd name="connsiteY0" fmla="*/ 0 h 2509283"/>
              <a:gd name="connsiteX1" fmla="*/ 0 w 191386"/>
              <a:gd name="connsiteY1" fmla="*/ 2509283 h 2509283"/>
              <a:gd name="connsiteX2" fmla="*/ 191386 w 191386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191386 w 282600"/>
              <a:gd name="connsiteY0" fmla="*/ 0 h 2509283"/>
              <a:gd name="connsiteX1" fmla="*/ 0 w 282600"/>
              <a:gd name="connsiteY1" fmla="*/ 2509283 h 2509283"/>
              <a:gd name="connsiteX2" fmla="*/ 191386 w 282600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242724 w 272066"/>
              <a:gd name="connsiteY0" fmla="*/ 0 h 2509283"/>
              <a:gd name="connsiteX1" fmla="*/ 51338 w 272066"/>
              <a:gd name="connsiteY1" fmla="*/ 2509283 h 2509283"/>
              <a:gd name="connsiteX2" fmla="*/ 242724 w 272066"/>
              <a:gd name="connsiteY2" fmla="*/ 0 h 2509283"/>
              <a:gd name="connsiteX0" fmla="*/ 242724 w 431108"/>
              <a:gd name="connsiteY0" fmla="*/ 0 h 2509283"/>
              <a:gd name="connsiteX1" fmla="*/ 51338 w 431108"/>
              <a:gd name="connsiteY1" fmla="*/ 2509283 h 2509283"/>
              <a:gd name="connsiteX2" fmla="*/ 242724 w 431108"/>
              <a:gd name="connsiteY2" fmla="*/ 0 h 2509283"/>
              <a:gd name="connsiteX0" fmla="*/ 198091 w 442874"/>
              <a:gd name="connsiteY0" fmla="*/ 0 h 2488018"/>
              <a:gd name="connsiteX1" fmla="*/ 144928 w 442874"/>
              <a:gd name="connsiteY1" fmla="*/ 2488018 h 2488018"/>
              <a:gd name="connsiteX2" fmla="*/ 198091 w 442874"/>
              <a:gd name="connsiteY2" fmla="*/ 0 h 2488018"/>
              <a:gd name="connsiteX0" fmla="*/ 258630 w 503413"/>
              <a:gd name="connsiteY0" fmla="*/ 0 h 2488018"/>
              <a:gd name="connsiteX1" fmla="*/ 205467 w 503413"/>
              <a:gd name="connsiteY1" fmla="*/ 2488018 h 2488018"/>
              <a:gd name="connsiteX2" fmla="*/ 258630 w 503413"/>
              <a:gd name="connsiteY2" fmla="*/ 0 h 2488018"/>
              <a:gd name="connsiteX0" fmla="*/ 258630 w 434490"/>
              <a:gd name="connsiteY0" fmla="*/ 0 h 2488018"/>
              <a:gd name="connsiteX1" fmla="*/ 205467 w 434490"/>
              <a:gd name="connsiteY1" fmla="*/ 2488018 h 2488018"/>
              <a:gd name="connsiteX2" fmla="*/ 258630 w 434490"/>
              <a:gd name="connsiteY2" fmla="*/ 0 h 2488018"/>
              <a:gd name="connsiteX0" fmla="*/ 242605 w 433746"/>
              <a:gd name="connsiteY0" fmla="*/ 0 h 2668772"/>
              <a:gd name="connsiteX1" fmla="*/ 231972 w 433746"/>
              <a:gd name="connsiteY1" fmla="*/ 2668772 h 2668772"/>
              <a:gd name="connsiteX2" fmla="*/ 242605 w 433746"/>
              <a:gd name="connsiteY2" fmla="*/ 0 h 2668772"/>
              <a:gd name="connsiteX0" fmla="*/ 179477 w 370618"/>
              <a:gd name="connsiteY0" fmla="*/ 0 h 2668772"/>
              <a:gd name="connsiteX1" fmla="*/ 168844 w 370618"/>
              <a:gd name="connsiteY1" fmla="*/ 2668772 h 2668772"/>
              <a:gd name="connsiteX2" fmla="*/ 179477 w 370618"/>
              <a:gd name="connsiteY2" fmla="*/ 0 h 2668772"/>
              <a:gd name="connsiteX0" fmla="*/ 179477 w 326609"/>
              <a:gd name="connsiteY0" fmla="*/ 0 h 2668772"/>
              <a:gd name="connsiteX1" fmla="*/ 168844 w 326609"/>
              <a:gd name="connsiteY1" fmla="*/ 2668772 h 2668772"/>
              <a:gd name="connsiteX2" fmla="*/ 179477 w 326609"/>
              <a:gd name="connsiteY2" fmla="*/ 0 h 2668772"/>
              <a:gd name="connsiteX0" fmla="*/ 179477 w 322355"/>
              <a:gd name="connsiteY0" fmla="*/ 0 h 2668772"/>
              <a:gd name="connsiteX1" fmla="*/ 168844 w 322355"/>
              <a:gd name="connsiteY1" fmla="*/ 2668772 h 2668772"/>
              <a:gd name="connsiteX2" fmla="*/ 179477 w 322355"/>
              <a:gd name="connsiteY2" fmla="*/ 0 h 2668772"/>
              <a:gd name="connsiteX0" fmla="*/ 157761 w 300639"/>
              <a:gd name="connsiteY0" fmla="*/ 0 h 2668772"/>
              <a:gd name="connsiteX1" fmla="*/ 147128 w 300639"/>
              <a:gd name="connsiteY1" fmla="*/ 2668772 h 2668772"/>
              <a:gd name="connsiteX2" fmla="*/ 157761 w 300639"/>
              <a:gd name="connsiteY2" fmla="*/ 0 h 2668772"/>
              <a:gd name="connsiteX0" fmla="*/ 144523 w 302708"/>
              <a:gd name="connsiteY0" fmla="*/ 0 h 2668772"/>
              <a:gd name="connsiteX1" fmla="*/ 165788 w 302708"/>
              <a:gd name="connsiteY1" fmla="*/ 2668772 h 2668772"/>
              <a:gd name="connsiteX2" fmla="*/ 144523 w 302708"/>
              <a:gd name="connsiteY2" fmla="*/ 0 h 2668772"/>
              <a:gd name="connsiteX0" fmla="*/ 141246 w 299431"/>
              <a:gd name="connsiteY0" fmla="*/ 0 h 2668772"/>
              <a:gd name="connsiteX1" fmla="*/ 162511 w 299431"/>
              <a:gd name="connsiteY1" fmla="*/ 2668772 h 2668772"/>
              <a:gd name="connsiteX2" fmla="*/ 141246 w 299431"/>
              <a:gd name="connsiteY2" fmla="*/ 0 h 2668772"/>
              <a:gd name="connsiteX0" fmla="*/ 141246 w 295417"/>
              <a:gd name="connsiteY0" fmla="*/ 0 h 2668772"/>
              <a:gd name="connsiteX1" fmla="*/ 162511 w 295417"/>
              <a:gd name="connsiteY1" fmla="*/ 2668772 h 2668772"/>
              <a:gd name="connsiteX2" fmla="*/ 141246 w 295417"/>
              <a:gd name="connsiteY2" fmla="*/ 0 h 2668772"/>
              <a:gd name="connsiteX0" fmla="*/ 174134 w 296321"/>
              <a:gd name="connsiteY0" fmla="*/ 0 h 2690037"/>
              <a:gd name="connsiteX1" fmla="*/ 120972 w 296321"/>
              <a:gd name="connsiteY1" fmla="*/ 2690037 h 2690037"/>
              <a:gd name="connsiteX2" fmla="*/ 174134 w 296321"/>
              <a:gd name="connsiteY2" fmla="*/ 0 h 2690037"/>
              <a:gd name="connsiteX0" fmla="*/ 141244 w 295416"/>
              <a:gd name="connsiteY0" fmla="*/ 0 h 2690037"/>
              <a:gd name="connsiteX1" fmla="*/ 162510 w 295416"/>
              <a:gd name="connsiteY1" fmla="*/ 2690037 h 2690037"/>
              <a:gd name="connsiteX2" fmla="*/ 141244 w 295416"/>
              <a:gd name="connsiteY2" fmla="*/ 0 h 2690037"/>
              <a:gd name="connsiteX0" fmla="*/ 110167 w 264339"/>
              <a:gd name="connsiteY0" fmla="*/ 0 h 2690037"/>
              <a:gd name="connsiteX1" fmla="*/ 131433 w 264339"/>
              <a:gd name="connsiteY1" fmla="*/ 2690037 h 2690037"/>
              <a:gd name="connsiteX2" fmla="*/ 110167 w 264339"/>
              <a:gd name="connsiteY2" fmla="*/ 0 h 2690037"/>
              <a:gd name="connsiteX0" fmla="*/ 117454 w 271626"/>
              <a:gd name="connsiteY0" fmla="*/ 0 h 2690037"/>
              <a:gd name="connsiteX1" fmla="*/ 138720 w 271626"/>
              <a:gd name="connsiteY1" fmla="*/ 2690037 h 2690037"/>
              <a:gd name="connsiteX2" fmla="*/ 117454 w 271626"/>
              <a:gd name="connsiteY2" fmla="*/ 0 h 2690037"/>
              <a:gd name="connsiteX0" fmla="*/ 117454 w 267667"/>
              <a:gd name="connsiteY0" fmla="*/ 0 h 2690037"/>
              <a:gd name="connsiteX1" fmla="*/ 138720 w 267667"/>
              <a:gd name="connsiteY1" fmla="*/ 2690037 h 2690037"/>
              <a:gd name="connsiteX2" fmla="*/ 117454 w 267667"/>
              <a:gd name="connsiteY2" fmla="*/ 0 h 269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667" h="2690037">
                <a:moveTo>
                  <a:pt x="117454" y="0"/>
                </a:moveTo>
                <a:cubicBezTo>
                  <a:pt x="330105" y="698204"/>
                  <a:pt x="298207" y="2076893"/>
                  <a:pt x="138720" y="2690037"/>
                </a:cubicBezTo>
                <a:cubicBezTo>
                  <a:pt x="-31401" y="2044995"/>
                  <a:pt x="-52666" y="730102"/>
                  <a:pt x="117454" y="0"/>
                </a:cubicBezTo>
                <a:close/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31965F-D8F1-3EA5-D83C-7EF1E482F370}"/>
                  </a:ext>
                </a:extLst>
              </p:cNvPr>
              <p:cNvSpPr txBox="1"/>
              <p:nvPr/>
            </p:nvSpPr>
            <p:spPr>
              <a:xfrm>
                <a:off x="4372418" y="1992373"/>
                <a:ext cx="499945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</m:oMath>
                  </m:oMathPara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31965F-D8F1-3EA5-D83C-7EF1E482F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418" y="1992373"/>
                <a:ext cx="499945" cy="67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7183E1D-4BE4-2BCE-A7BA-60785E4A1BB1}"/>
                  </a:ext>
                </a:extLst>
              </p:cNvPr>
              <p:cNvSpPr txBox="1"/>
              <p:nvPr/>
            </p:nvSpPr>
            <p:spPr>
              <a:xfrm>
                <a:off x="7069668" y="1933095"/>
                <a:ext cx="499945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𝑣</m:t>
                      </m:r>
                    </m:oMath>
                  </m:oMathPara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7183E1D-4BE4-2BCE-A7BA-60785E4A1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668" y="1933095"/>
                <a:ext cx="499945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Down 21">
            <a:extLst>
              <a:ext uri="{FF2B5EF4-FFF2-40B4-BE49-F238E27FC236}">
                <a16:creationId xmlns:a16="http://schemas.microsoft.com/office/drawing/2014/main" id="{F39334F1-94D3-B78D-B70B-7DB73557C3ED}"/>
              </a:ext>
            </a:extLst>
          </p:cNvPr>
          <p:cNvSpPr/>
          <p:nvPr/>
        </p:nvSpPr>
        <p:spPr>
          <a:xfrm flipV="1">
            <a:off x="3588927" y="1708674"/>
            <a:ext cx="245839" cy="383236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371A7811-5B55-683D-CC73-6056AF6F939C}"/>
              </a:ext>
            </a:extLst>
          </p:cNvPr>
          <p:cNvSpPr/>
          <p:nvPr/>
        </p:nvSpPr>
        <p:spPr>
          <a:xfrm>
            <a:off x="8577403" y="1612022"/>
            <a:ext cx="287682" cy="677108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0C6D15-EB44-0271-C975-13F1544741A7}"/>
              </a:ext>
            </a:extLst>
          </p:cNvPr>
          <p:cNvSpPr txBox="1"/>
          <p:nvPr/>
        </p:nvSpPr>
        <p:spPr>
          <a:xfrm>
            <a:off x="2342621" y="1637738"/>
            <a:ext cx="132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Object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6A5CF2-FE96-256F-1459-EB981F97DBF2}"/>
              </a:ext>
            </a:extLst>
          </p:cNvPr>
          <p:cNvSpPr txBox="1"/>
          <p:nvPr/>
        </p:nvSpPr>
        <p:spPr>
          <a:xfrm>
            <a:off x="8865085" y="1568690"/>
            <a:ext cx="1184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F5927D-C835-B809-A655-DC1D77E87EC5}"/>
              </a:ext>
            </a:extLst>
          </p:cNvPr>
          <p:cNvCxnSpPr/>
          <p:nvPr/>
        </p:nvCxnSpPr>
        <p:spPr>
          <a:xfrm flipH="1">
            <a:off x="5687436" y="2330928"/>
            <a:ext cx="9774" cy="60974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74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1869D6-0C57-E74F-B1C4-5FC1C059DA7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778000" y="197772"/>
                <a:ext cx="8712200" cy="590931"/>
              </a:xfrm>
            </p:spPr>
            <p:txBody>
              <a:bodyPr/>
              <a:lstStyle/>
              <a:p>
                <a:r>
                  <a:rPr lang="en-IE" sz="3600" dirty="0"/>
                  <a:t>find </a:t>
                </a:r>
                <a14:m>
                  <m:oMath xmlns:m="http://schemas.openxmlformats.org/officeDocument/2006/math">
                    <m:r>
                      <a:rPr lang="en-GB" sz="3600" b="1" i="1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IE" sz="3600" dirty="0"/>
                  <a:t> using a distant object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1869D6-0C57-E74F-B1C4-5FC1C059D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778000" y="197772"/>
                <a:ext cx="8712200" cy="590931"/>
              </a:xfrm>
              <a:blipFill>
                <a:blip r:embed="rId3"/>
                <a:stretch>
                  <a:fillRect l="-2183" t="-23404" b="-40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44BC554-A29C-AFF5-4812-1285FE932965}"/>
              </a:ext>
            </a:extLst>
          </p:cNvPr>
          <p:cNvSpPr/>
          <p:nvPr/>
        </p:nvSpPr>
        <p:spPr bwMode="auto">
          <a:xfrm>
            <a:off x="9289814" y="1579209"/>
            <a:ext cx="553202" cy="2658140"/>
          </a:xfrm>
          <a:custGeom>
            <a:avLst/>
            <a:gdLst>
              <a:gd name="connsiteX0" fmla="*/ 0 w 542260"/>
              <a:gd name="connsiteY0" fmla="*/ 329609 h 2668772"/>
              <a:gd name="connsiteX1" fmla="*/ 542260 w 542260"/>
              <a:gd name="connsiteY1" fmla="*/ 0 h 2668772"/>
              <a:gd name="connsiteX2" fmla="*/ 499730 w 542260"/>
              <a:gd name="connsiteY2" fmla="*/ 2668772 h 2668772"/>
              <a:gd name="connsiteX3" fmla="*/ 31898 w 542260"/>
              <a:gd name="connsiteY3" fmla="*/ 2371061 h 2668772"/>
              <a:gd name="connsiteX4" fmla="*/ 0 w 542260"/>
              <a:gd name="connsiteY4" fmla="*/ 329609 h 2668772"/>
              <a:gd name="connsiteX0" fmla="*/ 310 w 542570"/>
              <a:gd name="connsiteY0" fmla="*/ 329609 h 2668772"/>
              <a:gd name="connsiteX1" fmla="*/ 542570 w 542570"/>
              <a:gd name="connsiteY1" fmla="*/ 0 h 2668772"/>
              <a:gd name="connsiteX2" fmla="*/ 500040 w 542570"/>
              <a:gd name="connsiteY2" fmla="*/ 2668772 h 2668772"/>
              <a:gd name="connsiteX3" fmla="*/ 311 w 542570"/>
              <a:gd name="connsiteY3" fmla="*/ 2371061 h 2668772"/>
              <a:gd name="connsiteX4" fmla="*/ 310 w 542570"/>
              <a:gd name="connsiteY4" fmla="*/ 329609 h 2668772"/>
              <a:gd name="connsiteX0" fmla="*/ 310 w 627630"/>
              <a:gd name="connsiteY0" fmla="*/ 329609 h 2658140"/>
              <a:gd name="connsiteX1" fmla="*/ 542570 w 627630"/>
              <a:gd name="connsiteY1" fmla="*/ 0 h 2658140"/>
              <a:gd name="connsiteX2" fmla="*/ 627630 w 627630"/>
              <a:gd name="connsiteY2" fmla="*/ 2658140 h 2658140"/>
              <a:gd name="connsiteX3" fmla="*/ 311 w 627630"/>
              <a:gd name="connsiteY3" fmla="*/ 2371061 h 2658140"/>
              <a:gd name="connsiteX4" fmla="*/ 310 w 627630"/>
              <a:gd name="connsiteY4" fmla="*/ 329609 h 2658140"/>
              <a:gd name="connsiteX0" fmla="*/ 310 w 553202"/>
              <a:gd name="connsiteY0" fmla="*/ 329609 h 2658140"/>
              <a:gd name="connsiteX1" fmla="*/ 542570 w 553202"/>
              <a:gd name="connsiteY1" fmla="*/ 0 h 2658140"/>
              <a:gd name="connsiteX2" fmla="*/ 553202 w 553202"/>
              <a:gd name="connsiteY2" fmla="*/ 2658140 h 2658140"/>
              <a:gd name="connsiteX3" fmla="*/ 311 w 553202"/>
              <a:gd name="connsiteY3" fmla="*/ 2371061 h 2658140"/>
              <a:gd name="connsiteX4" fmla="*/ 310 w 553202"/>
              <a:gd name="connsiteY4" fmla="*/ 329609 h 26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3202" h="2658140">
                <a:moveTo>
                  <a:pt x="310" y="329609"/>
                </a:moveTo>
                <a:lnTo>
                  <a:pt x="542570" y="0"/>
                </a:lnTo>
                <a:lnTo>
                  <a:pt x="553202" y="2658140"/>
                </a:lnTo>
                <a:cubicBezTo>
                  <a:pt x="397258" y="2558903"/>
                  <a:pt x="156255" y="2470298"/>
                  <a:pt x="311" y="2371061"/>
                </a:cubicBezTo>
                <a:cubicBezTo>
                  <a:pt x="-3233" y="1676400"/>
                  <a:pt x="25119" y="981740"/>
                  <a:pt x="310" y="329609"/>
                </a:cubicBezTo>
                <a:close/>
              </a:path>
            </a:pathLst>
          </a:cu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>
              <a:latin typeface="Arial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D86EAF-F975-892D-E8EF-A1A36860CD56}"/>
                  </a:ext>
                </a:extLst>
              </p:cNvPr>
              <p:cNvSpPr txBox="1"/>
              <p:nvPr/>
            </p:nvSpPr>
            <p:spPr>
              <a:xfrm>
                <a:off x="8185695" y="3633851"/>
                <a:ext cx="4901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IE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D86EAF-F975-892D-E8EF-A1A36860C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695" y="3633851"/>
                <a:ext cx="490134" cy="523220"/>
              </a:xfrm>
              <a:prstGeom prst="rect">
                <a:avLst/>
              </a:prstGeom>
              <a:blipFill>
                <a:blip r:embed="rId4"/>
                <a:stretch>
                  <a:fillRect l="-5000" r="-250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206F3C-663E-207F-8B32-66A296946B87}"/>
              </a:ext>
            </a:extLst>
          </p:cNvPr>
          <p:cNvCxnSpPr>
            <a:cxnSpLocks/>
          </p:cNvCxnSpPr>
          <p:nvPr/>
        </p:nvCxnSpPr>
        <p:spPr bwMode="auto">
          <a:xfrm>
            <a:off x="7389223" y="4237349"/>
            <a:ext cx="241986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7A17E5-44B2-F98C-9AB6-CBCFE8D3611A}"/>
              </a:ext>
            </a:extLst>
          </p:cNvPr>
          <p:cNvSpPr txBox="1"/>
          <p:nvPr/>
        </p:nvSpPr>
        <p:spPr>
          <a:xfrm>
            <a:off x="9190037" y="936576"/>
            <a:ext cx="1388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Screen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2FCC1-9039-788E-8F45-044CFA62A1C4}"/>
              </a:ext>
            </a:extLst>
          </p:cNvPr>
          <p:cNvSpPr txBox="1"/>
          <p:nvPr/>
        </p:nvSpPr>
        <p:spPr>
          <a:xfrm>
            <a:off x="6665414" y="940120"/>
            <a:ext cx="2449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Image of Tree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24F670-76B7-406D-5EE2-EC1BDC85175E}"/>
              </a:ext>
            </a:extLst>
          </p:cNvPr>
          <p:cNvCxnSpPr>
            <a:cxnSpLocks/>
          </p:cNvCxnSpPr>
          <p:nvPr/>
        </p:nvCxnSpPr>
        <p:spPr bwMode="auto">
          <a:xfrm>
            <a:off x="8481155" y="1592609"/>
            <a:ext cx="912796" cy="92331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6A6819-DFC0-7DA4-7293-0E67EB5D7D3D}"/>
              </a:ext>
            </a:extLst>
          </p:cNvPr>
          <p:cNvSpPr txBox="1"/>
          <p:nvPr/>
        </p:nvSpPr>
        <p:spPr>
          <a:xfrm>
            <a:off x="5783752" y="1519251"/>
            <a:ext cx="2326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Convex Lens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13879C-987E-B97A-7CB6-8002A9967C12}"/>
              </a:ext>
            </a:extLst>
          </p:cNvPr>
          <p:cNvSpPr/>
          <p:nvPr/>
        </p:nvSpPr>
        <p:spPr bwMode="auto">
          <a:xfrm>
            <a:off x="7289800" y="4921125"/>
            <a:ext cx="3037102" cy="1145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4553E8-B36F-7860-47CC-21557AB985D0}"/>
              </a:ext>
            </a:extLst>
          </p:cNvPr>
          <p:cNvSpPr txBox="1"/>
          <p:nvPr/>
        </p:nvSpPr>
        <p:spPr>
          <a:xfrm>
            <a:off x="7890058" y="5051705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Meter stick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4384D5-5630-02FC-62F0-E16F22A00A49}"/>
              </a:ext>
            </a:extLst>
          </p:cNvPr>
          <p:cNvCxnSpPr>
            <a:cxnSpLocks/>
          </p:cNvCxnSpPr>
          <p:nvPr/>
        </p:nvCxnSpPr>
        <p:spPr bwMode="auto">
          <a:xfrm>
            <a:off x="9451411" y="1463340"/>
            <a:ext cx="77648" cy="54096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A43F4D6-02C7-0FC4-1B86-BF410F019393}"/>
              </a:ext>
            </a:extLst>
          </p:cNvPr>
          <p:cNvSpPr/>
          <p:nvPr/>
        </p:nvSpPr>
        <p:spPr bwMode="auto">
          <a:xfrm>
            <a:off x="7289800" y="2107573"/>
            <a:ext cx="210700" cy="1854678"/>
          </a:xfrm>
          <a:custGeom>
            <a:avLst/>
            <a:gdLst>
              <a:gd name="connsiteX0" fmla="*/ 191386 w 627321"/>
              <a:gd name="connsiteY0" fmla="*/ 0 h 2519916"/>
              <a:gd name="connsiteX1" fmla="*/ 627321 w 627321"/>
              <a:gd name="connsiteY1" fmla="*/ 2519916 h 2519916"/>
              <a:gd name="connsiteX2" fmla="*/ 0 w 627321"/>
              <a:gd name="connsiteY2" fmla="*/ 2509283 h 2519916"/>
              <a:gd name="connsiteX3" fmla="*/ 191386 w 627321"/>
              <a:gd name="connsiteY3" fmla="*/ 0 h 2519916"/>
              <a:gd name="connsiteX0" fmla="*/ 191386 w 191386"/>
              <a:gd name="connsiteY0" fmla="*/ 0 h 2509283"/>
              <a:gd name="connsiteX1" fmla="*/ 0 w 191386"/>
              <a:gd name="connsiteY1" fmla="*/ 2509283 h 2509283"/>
              <a:gd name="connsiteX2" fmla="*/ 191386 w 191386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191386 w 282600"/>
              <a:gd name="connsiteY0" fmla="*/ 0 h 2509283"/>
              <a:gd name="connsiteX1" fmla="*/ 0 w 282600"/>
              <a:gd name="connsiteY1" fmla="*/ 2509283 h 2509283"/>
              <a:gd name="connsiteX2" fmla="*/ 191386 w 282600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242724 w 272066"/>
              <a:gd name="connsiteY0" fmla="*/ 0 h 2509283"/>
              <a:gd name="connsiteX1" fmla="*/ 51338 w 272066"/>
              <a:gd name="connsiteY1" fmla="*/ 2509283 h 2509283"/>
              <a:gd name="connsiteX2" fmla="*/ 242724 w 272066"/>
              <a:gd name="connsiteY2" fmla="*/ 0 h 2509283"/>
              <a:gd name="connsiteX0" fmla="*/ 242724 w 431108"/>
              <a:gd name="connsiteY0" fmla="*/ 0 h 2509283"/>
              <a:gd name="connsiteX1" fmla="*/ 51338 w 431108"/>
              <a:gd name="connsiteY1" fmla="*/ 2509283 h 2509283"/>
              <a:gd name="connsiteX2" fmla="*/ 242724 w 431108"/>
              <a:gd name="connsiteY2" fmla="*/ 0 h 2509283"/>
              <a:gd name="connsiteX0" fmla="*/ 198091 w 442874"/>
              <a:gd name="connsiteY0" fmla="*/ 0 h 2488018"/>
              <a:gd name="connsiteX1" fmla="*/ 144928 w 442874"/>
              <a:gd name="connsiteY1" fmla="*/ 2488018 h 2488018"/>
              <a:gd name="connsiteX2" fmla="*/ 198091 w 442874"/>
              <a:gd name="connsiteY2" fmla="*/ 0 h 2488018"/>
              <a:gd name="connsiteX0" fmla="*/ 258630 w 503413"/>
              <a:gd name="connsiteY0" fmla="*/ 0 h 2488018"/>
              <a:gd name="connsiteX1" fmla="*/ 205467 w 503413"/>
              <a:gd name="connsiteY1" fmla="*/ 2488018 h 2488018"/>
              <a:gd name="connsiteX2" fmla="*/ 258630 w 503413"/>
              <a:gd name="connsiteY2" fmla="*/ 0 h 2488018"/>
              <a:gd name="connsiteX0" fmla="*/ 258630 w 434490"/>
              <a:gd name="connsiteY0" fmla="*/ 0 h 2488018"/>
              <a:gd name="connsiteX1" fmla="*/ 205467 w 434490"/>
              <a:gd name="connsiteY1" fmla="*/ 2488018 h 2488018"/>
              <a:gd name="connsiteX2" fmla="*/ 258630 w 434490"/>
              <a:gd name="connsiteY2" fmla="*/ 0 h 2488018"/>
              <a:gd name="connsiteX0" fmla="*/ 242605 w 433746"/>
              <a:gd name="connsiteY0" fmla="*/ 0 h 2668772"/>
              <a:gd name="connsiteX1" fmla="*/ 231972 w 433746"/>
              <a:gd name="connsiteY1" fmla="*/ 2668772 h 2668772"/>
              <a:gd name="connsiteX2" fmla="*/ 242605 w 433746"/>
              <a:gd name="connsiteY2" fmla="*/ 0 h 2668772"/>
              <a:gd name="connsiteX0" fmla="*/ 179477 w 370618"/>
              <a:gd name="connsiteY0" fmla="*/ 0 h 2668772"/>
              <a:gd name="connsiteX1" fmla="*/ 168844 w 370618"/>
              <a:gd name="connsiteY1" fmla="*/ 2668772 h 2668772"/>
              <a:gd name="connsiteX2" fmla="*/ 179477 w 370618"/>
              <a:gd name="connsiteY2" fmla="*/ 0 h 2668772"/>
              <a:gd name="connsiteX0" fmla="*/ 179477 w 326609"/>
              <a:gd name="connsiteY0" fmla="*/ 0 h 2668772"/>
              <a:gd name="connsiteX1" fmla="*/ 168844 w 326609"/>
              <a:gd name="connsiteY1" fmla="*/ 2668772 h 2668772"/>
              <a:gd name="connsiteX2" fmla="*/ 179477 w 326609"/>
              <a:gd name="connsiteY2" fmla="*/ 0 h 2668772"/>
              <a:gd name="connsiteX0" fmla="*/ 179477 w 322355"/>
              <a:gd name="connsiteY0" fmla="*/ 0 h 2668772"/>
              <a:gd name="connsiteX1" fmla="*/ 168844 w 322355"/>
              <a:gd name="connsiteY1" fmla="*/ 2668772 h 2668772"/>
              <a:gd name="connsiteX2" fmla="*/ 179477 w 322355"/>
              <a:gd name="connsiteY2" fmla="*/ 0 h 2668772"/>
              <a:gd name="connsiteX0" fmla="*/ 157761 w 300639"/>
              <a:gd name="connsiteY0" fmla="*/ 0 h 2668772"/>
              <a:gd name="connsiteX1" fmla="*/ 147128 w 300639"/>
              <a:gd name="connsiteY1" fmla="*/ 2668772 h 2668772"/>
              <a:gd name="connsiteX2" fmla="*/ 157761 w 300639"/>
              <a:gd name="connsiteY2" fmla="*/ 0 h 2668772"/>
              <a:gd name="connsiteX0" fmla="*/ 144523 w 302708"/>
              <a:gd name="connsiteY0" fmla="*/ 0 h 2668772"/>
              <a:gd name="connsiteX1" fmla="*/ 165788 w 302708"/>
              <a:gd name="connsiteY1" fmla="*/ 2668772 h 2668772"/>
              <a:gd name="connsiteX2" fmla="*/ 144523 w 302708"/>
              <a:gd name="connsiteY2" fmla="*/ 0 h 2668772"/>
              <a:gd name="connsiteX0" fmla="*/ 141246 w 299431"/>
              <a:gd name="connsiteY0" fmla="*/ 0 h 2668772"/>
              <a:gd name="connsiteX1" fmla="*/ 162511 w 299431"/>
              <a:gd name="connsiteY1" fmla="*/ 2668772 h 2668772"/>
              <a:gd name="connsiteX2" fmla="*/ 141246 w 299431"/>
              <a:gd name="connsiteY2" fmla="*/ 0 h 2668772"/>
              <a:gd name="connsiteX0" fmla="*/ 141246 w 295417"/>
              <a:gd name="connsiteY0" fmla="*/ 0 h 2668772"/>
              <a:gd name="connsiteX1" fmla="*/ 162511 w 295417"/>
              <a:gd name="connsiteY1" fmla="*/ 2668772 h 2668772"/>
              <a:gd name="connsiteX2" fmla="*/ 141246 w 295417"/>
              <a:gd name="connsiteY2" fmla="*/ 0 h 2668772"/>
              <a:gd name="connsiteX0" fmla="*/ 174134 w 296321"/>
              <a:gd name="connsiteY0" fmla="*/ 0 h 2690037"/>
              <a:gd name="connsiteX1" fmla="*/ 120972 w 296321"/>
              <a:gd name="connsiteY1" fmla="*/ 2690037 h 2690037"/>
              <a:gd name="connsiteX2" fmla="*/ 174134 w 296321"/>
              <a:gd name="connsiteY2" fmla="*/ 0 h 2690037"/>
              <a:gd name="connsiteX0" fmla="*/ 141244 w 295416"/>
              <a:gd name="connsiteY0" fmla="*/ 0 h 2690037"/>
              <a:gd name="connsiteX1" fmla="*/ 162510 w 295416"/>
              <a:gd name="connsiteY1" fmla="*/ 2690037 h 2690037"/>
              <a:gd name="connsiteX2" fmla="*/ 141244 w 295416"/>
              <a:gd name="connsiteY2" fmla="*/ 0 h 2690037"/>
              <a:gd name="connsiteX0" fmla="*/ 110167 w 264339"/>
              <a:gd name="connsiteY0" fmla="*/ 0 h 2690037"/>
              <a:gd name="connsiteX1" fmla="*/ 131433 w 264339"/>
              <a:gd name="connsiteY1" fmla="*/ 2690037 h 2690037"/>
              <a:gd name="connsiteX2" fmla="*/ 110167 w 264339"/>
              <a:gd name="connsiteY2" fmla="*/ 0 h 2690037"/>
              <a:gd name="connsiteX0" fmla="*/ 117454 w 271626"/>
              <a:gd name="connsiteY0" fmla="*/ 0 h 2690037"/>
              <a:gd name="connsiteX1" fmla="*/ 138720 w 271626"/>
              <a:gd name="connsiteY1" fmla="*/ 2690037 h 2690037"/>
              <a:gd name="connsiteX2" fmla="*/ 117454 w 271626"/>
              <a:gd name="connsiteY2" fmla="*/ 0 h 2690037"/>
              <a:gd name="connsiteX0" fmla="*/ 117454 w 267667"/>
              <a:gd name="connsiteY0" fmla="*/ 0 h 2690037"/>
              <a:gd name="connsiteX1" fmla="*/ 138720 w 267667"/>
              <a:gd name="connsiteY1" fmla="*/ 2690037 h 2690037"/>
              <a:gd name="connsiteX2" fmla="*/ 117454 w 267667"/>
              <a:gd name="connsiteY2" fmla="*/ 0 h 269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667" h="2690037">
                <a:moveTo>
                  <a:pt x="117454" y="0"/>
                </a:moveTo>
                <a:cubicBezTo>
                  <a:pt x="330105" y="698204"/>
                  <a:pt x="298207" y="2076893"/>
                  <a:pt x="138720" y="2690037"/>
                </a:cubicBezTo>
                <a:cubicBezTo>
                  <a:pt x="-31401" y="2044995"/>
                  <a:pt x="-52666" y="730102"/>
                  <a:pt x="117454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214BFF0-994F-8C9C-B7A0-07E45A90627A}"/>
              </a:ext>
            </a:extLst>
          </p:cNvPr>
          <p:cNvGrpSpPr/>
          <p:nvPr/>
        </p:nvGrpSpPr>
        <p:grpSpPr>
          <a:xfrm>
            <a:off x="2352210" y="2277643"/>
            <a:ext cx="914120" cy="1356208"/>
            <a:chOff x="337717" y="3190740"/>
            <a:chExt cx="914120" cy="135620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654D614-C35D-3E63-5CEC-52E469B9CE2F}"/>
                </a:ext>
              </a:extLst>
            </p:cNvPr>
            <p:cNvSpPr/>
            <p:nvPr/>
          </p:nvSpPr>
          <p:spPr>
            <a:xfrm>
              <a:off x="688932" y="4146115"/>
              <a:ext cx="250520" cy="400833"/>
            </a:xfrm>
            <a:custGeom>
              <a:avLst/>
              <a:gdLst>
                <a:gd name="connsiteX0" fmla="*/ 0 w 250520"/>
                <a:gd name="connsiteY0" fmla="*/ 388307 h 400833"/>
                <a:gd name="connsiteX1" fmla="*/ 50104 w 250520"/>
                <a:gd name="connsiteY1" fmla="*/ 200417 h 400833"/>
                <a:gd name="connsiteX2" fmla="*/ 50104 w 250520"/>
                <a:gd name="connsiteY2" fmla="*/ 0 h 400833"/>
                <a:gd name="connsiteX3" fmla="*/ 212942 w 250520"/>
                <a:gd name="connsiteY3" fmla="*/ 0 h 400833"/>
                <a:gd name="connsiteX4" fmla="*/ 187890 w 250520"/>
                <a:gd name="connsiteY4" fmla="*/ 212943 h 400833"/>
                <a:gd name="connsiteX5" fmla="*/ 250520 w 250520"/>
                <a:gd name="connsiteY5" fmla="*/ 400833 h 40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0520" h="400833">
                  <a:moveTo>
                    <a:pt x="0" y="388307"/>
                  </a:moveTo>
                  <a:lnTo>
                    <a:pt x="50104" y="200417"/>
                  </a:lnTo>
                  <a:lnTo>
                    <a:pt x="50104" y="0"/>
                  </a:lnTo>
                  <a:lnTo>
                    <a:pt x="212942" y="0"/>
                  </a:lnTo>
                  <a:lnTo>
                    <a:pt x="187890" y="212943"/>
                  </a:lnTo>
                  <a:lnTo>
                    <a:pt x="250520" y="400833"/>
                  </a:lnTo>
                </a:path>
              </a:pathLst>
            </a:custGeom>
            <a:solidFill>
              <a:srgbClr val="716C43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E785FAD-868C-A94C-1A14-42EA987DE412}"/>
                </a:ext>
              </a:extLst>
            </p:cNvPr>
            <p:cNvSpPr/>
            <p:nvPr/>
          </p:nvSpPr>
          <p:spPr>
            <a:xfrm>
              <a:off x="337717" y="3190740"/>
              <a:ext cx="914120" cy="1030530"/>
            </a:xfrm>
            <a:custGeom>
              <a:avLst/>
              <a:gdLst>
                <a:gd name="connsiteX0" fmla="*/ 375781 w 989556"/>
                <a:gd name="connsiteY0" fmla="*/ 1014608 h 1014608"/>
                <a:gd name="connsiteX1" fmla="*/ 62630 w 989556"/>
                <a:gd name="connsiteY1" fmla="*/ 889348 h 1014608"/>
                <a:gd name="connsiteX2" fmla="*/ 125260 w 989556"/>
                <a:gd name="connsiteY2" fmla="*/ 814192 h 1014608"/>
                <a:gd name="connsiteX3" fmla="*/ 0 w 989556"/>
                <a:gd name="connsiteY3" fmla="*/ 739036 h 1014608"/>
                <a:gd name="connsiteX4" fmla="*/ 112734 w 989556"/>
                <a:gd name="connsiteY4" fmla="*/ 638827 h 1014608"/>
                <a:gd name="connsiteX5" fmla="*/ 12526 w 989556"/>
                <a:gd name="connsiteY5" fmla="*/ 513567 h 1014608"/>
                <a:gd name="connsiteX6" fmla="*/ 100208 w 989556"/>
                <a:gd name="connsiteY6" fmla="*/ 400833 h 1014608"/>
                <a:gd name="connsiteX7" fmla="*/ 112734 w 989556"/>
                <a:gd name="connsiteY7" fmla="*/ 250521 h 1014608"/>
                <a:gd name="connsiteX8" fmla="*/ 212942 w 989556"/>
                <a:gd name="connsiteY8" fmla="*/ 275573 h 1014608"/>
                <a:gd name="connsiteX9" fmla="*/ 363255 w 989556"/>
                <a:gd name="connsiteY9" fmla="*/ 125260 h 1014608"/>
                <a:gd name="connsiteX10" fmla="*/ 438411 w 989556"/>
                <a:gd name="connsiteY10" fmla="*/ 263047 h 1014608"/>
                <a:gd name="connsiteX11" fmla="*/ 501041 w 989556"/>
                <a:gd name="connsiteY11" fmla="*/ 0 h 1014608"/>
                <a:gd name="connsiteX12" fmla="*/ 588723 w 989556"/>
                <a:gd name="connsiteY12" fmla="*/ 0 h 1014608"/>
                <a:gd name="connsiteX13" fmla="*/ 488515 w 989556"/>
                <a:gd name="connsiteY13" fmla="*/ 225469 h 1014608"/>
                <a:gd name="connsiteX14" fmla="*/ 563671 w 989556"/>
                <a:gd name="connsiteY14" fmla="*/ 225469 h 1014608"/>
                <a:gd name="connsiteX15" fmla="*/ 576197 w 989556"/>
                <a:gd name="connsiteY15" fmla="*/ 87682 h 1014608"/>
                <a:gd name="connsiteX16" fmla="*/ 601249 w 989556"/>
                <a:gd name="connsiteY16" fmla="*/ 212942 h 1014608"/>
                <a:gd name="connsiteX17" fmla="*/ 601249 w 989556"/>
                <a:gd name="connsiteY17" fmla="*/ 212942 h 1014608"/>
                <a:gd name="connsiteX18" fmla="*/ 713983 w 989556"/>
                <a:gd name="connsiteY18" fmla="*/ 175364 h 1014608"/>
                <a:gd name="connsiteX19" fmla="*/ 739035 w 989556"/>
                <a:gd name="connsiteY19" fmla="*/ 300625 h 1014608"/>
                <a:gd name="connsiteX20" fmla="*/ 814192 w 989556"/>
                <a:gd name="connsiteY20" fmla="*/ 300625 h 1014608"/>
                <a:gd name="connsiteX21" fmla="*/ 726509 w 989556"/>
                <a:gd name="connsiteY21" fmla="*/ 363255 h 1014608"/>
                <a:gd name="connsiteX22" fmla="*/ 989556 w 989556"/>
                <a:gd name="connsiteY22" fmla="*/ 350729 h 1014608"/>
                <a:gd name="connsiteX23" fmla="*/ 839244 w 989556"/>
                <a:gd name="connsiteY23" fmla="*/ 513567 h 1014608"/>
                <a:gd name="connsiteX24" fmla="*/ 839244 w 989556"/>
                <a:gd name="connsiteY24" fmla="*/ 513567 h 1014608"/>
                <a:gd name="connsiteX25" fmla="*/ 826718 w 989556"/>
                <a:gd name="connsiteY25" fmla="*/ 588723 h 1014608"/>
                <a:gd name="connsiteX26" fmla="*/ 839244 w 989556"/>
                <a:gd name="connsiteY26" fmla="*/ 701458 h 1014608"/>
                <a:gd name="connsiteX27" fmla="*/ 676405 w 989556"/>
                <a:gd name="connsiteY27" fmla="*/ 626301 h 1014608"/>
                <a:gd name="connsiteX28" fmla="*/ 789139 w 989556"/>
                <a:gd name="connsiteY28" fmla="*/ 789140 h 1014608"/>
                <a:gd name="connsiteX29" fmla="*/ 688931 w 989556"/>
                <a:gd name="connsiteY29" fmla="*/ 814192 h 1014608"/>
                <a:gd name="connsiteX30" fmla="*/ 801665 w 989556"/>
                <a:gd name="connsiteY30" fmla="*/ 914400 h 1014608"/>
                <a:gd name="connsiteX31" fmla="*/ 726509 w 989556"/>
                <a:gd name="connsiteY31" fmla="*/ 989556 h 1014608"/>
                <a:gd name="connsiteX32" fmla="*/ 613775 w 989556"/>
                <a:gd name="connsiteY32" fmla="*/ 977030 h 1014608"/>
                <a:gd name="connsiteX33" fmla="*/ 463463 w 989556"/>
                <a:gd name="connsiteY33" fmla="*/ 977030 h 1014608"/>
                <a:gd name="connsiteX34" fmla="*/ 375781 w 989556"/>
                <a:gd name="connsiteY34" fmla="*/ 1014608 h 1014608"/>
                <a:gd name="connsiteX0" fmla="*/ 375781 w 989556"/>
                <a:gd name="connsiteY0" fmla="*/ 1014608 h 1014608"/>
                <a:gd name="connsiteX1" fmla="*/ 62630 w 989556"/>
                <a:gd name="connsiteY1" fmla="*/ 889348 h 1014608"/>
                <a:gd name="connsiteX2" fmla="*/ 125260 w 989556"/>
                <a:gd name="connsiteY2" fmla="*/ 814192 h 1014608"/>
                <a:gd name="connsiteX3" fmla="*/ 0 w 989556"/>
                <a:gd name="connsiteY3" fmla="*/ 739036 h 1014608"/>
                <a:gd name="connsiteX4" fmla="*/ 112734 w 989556"/>
                <a:gd name="connsiteY4" fmla="*/ 638827 h 1014608"/>
                <a:gd name="connsiteX5" fmla="*/ 12526 w 989556"/>
                <a:gd name="connsiteY5" fmla="*/ 513567 h 1014608"/>
                <a:gd name="connsiteX6" fmla="*/ 100208 w 989556"/>
                <a:gd name="connsiteY6" fmla="*/ 400833 h 1014608"/>
                <a:gd name="connsiteX7" fmla="*/ 112734 w 989556"/>
                <a:gd name="connsiteY7" fmla="*/ 250521 h 1014608"/>
                <a:gd name="connsiteX8" fmla="*/ 212942 w 989556"/>
                <a:gd name="connsiteY8" fmla="*/ 275573 h 1014608"/>
                <a:gd name="connsiteX9" fmla="*/ 363255 w 989556"/>
                <a:gd name="connsiteY9" fmla="*/ 125260 h 1014608"/>
                <a:gd name="connsiteX10" fmla="*/ 438411 w 989556"/>
                <a:gd name="connsiteY10" fmla="*/ 263047 h 1014608"/>
                <a:gd name="connsiteX11" fmla="*/ 501041 w 989556"/>
                <a:gd name="connsiteY11" fmla="*/ 0 h 1014608"/>
                <a:gd name="connsiteX12" fmla="*/ 588723 w 989556"/>
                <a:gd name="connsiteY12" fmla="*/ 0 h 1014608"/>
                <a:gd name="connsiteX13" fmla="*/ 488515 w 989556"/>
                <a:gd name="connsiteY13" fmla="*/ 225469 h 1014608"/>
                <a:gd name="connsiteX14" fmla="*/ 563671 w 989556"/>
                <a:gd name="connsiteY14" fmla="*/ 225469 h 1014608"/>
                <a:gd name="connsiteX15" fmla="*/ 576197 w 989556"/>
                <a:gd name="connsiteY15" fmla="*/ 87682 h 1014608"/>
                <a:gd name="connsiteX16" fmla="*/ 601249 w 989556"/>
                <a:gd name="connsiteY16" fmla="*/ 212942 h 1014608"/>
                <a:gd name="connsiteX17" fmla="*/ 601249 w 989556"/>
                <a:gd name="connsiteY17" fmla="*/ 212942 h 1014608"/>
                <a:gd name="connsiteX18" fmla="*/ 713983 w 989556"/>
                <a:gd name="connsiteY18" fmla="*/ 175364 h 1014608"/>
                <a:gd name="connsiteX19" fmla="*/ 739035 w 989556"/>
                <a:gd name="connsiteY19" fmla="*/ 300625 h 1014608"/>
                <a:gd name="connsiteX20" fmla="*/ 814192 w 989556"/>
                <a:gd name="connsiteY20" fmla="*/ 300625 h 1014608"/>
                <a:gd name="connsiteX21" fmla="*/ 726509 w 989556"/>
                <a:gd name="connsiteY21" fmla="*/ 363255 h 1014608"/>
                <a:gd name="connsiteX22" fmla="*/ 989556 w 989556"/>
                <a:gd name="connsiteY22" fmla="*/ 350729 h 1014608"/>
                <a:gd name="connsiteX23" fmla="*/ 839244 w 989556"/>
                <a:gd name="connsiteY23" fmla="*/ 513567 h 1014608"/>
                <a:gd name="connsiteX24" fmla="*/ 839244 w 989556"/>
                <a:gd name="connsiteY24" fmla="*/ 513567 h 1014608"/>
                <a:gd name="connsiteX25" fmla="*/ 826718 w 989556"/>
                <a:gd name="connsiteY25" fmla="*/ 588723 h 1014608"/>
                <a:gd name="connsiteX26" fmla="*/ 839244 w 989556"/>
                <a:gd name="connsiteY26" fmla="*/ 701458 h 1014608"/>
                <a:gd name="connsiteX27" fmla="*/ 676405 w 989556"/>
                <a:gd name="connsiteY27" fmla="*/ 626301 h 1014608"/>
                <a:gd name="connsiteX28" fmla="*/ 789139 w 989556"/>
                <a:gd name="connsiteY28" fmla="*/ 789140 h 1014608"/>
                <a:gd name="connsiteX29" fmla="*/ 688931 w 989556"/>
                <a:gd name="connsiteY29" fmla="*/ 814192 h 1014608"/>
                <a:gd name="connsiteX30" fmla="*/ 801665 w 989556"/>
                <a:gd name="connsiteY30" fmla="*/ 914400 h 1014608"/>
                <a:gd name="connsiteX31" fmla="*/ 726509 w 989556"/>
                <a:gd name="connsiteY31" fmla="*/ 989556 h 1014608"/>
                <a:gd name="connsiteX32" fmla="*/ 613775 w 989556"/>
                <a:gd name="connsiteY32" fmla="*/ 977030 h 1014608"/>
                <a:gd name="connsiteX33" fmla="*/ 463463 w 989556"/>
                <a:gd name="connsiteY33" fmla="*/ 977030 h 1014608"/>
                <a:gd name="connsiteX34" fmla="*/ 375781 w 989556"/>
                <a:gd name="connsiteY34" fmla="*/ 1014608 h 1014608"/>
                <a:gd name="connsiteX0" fmla="*/ 375781 w 989556"/>
                <a:gd name="connsiteY0" fmla="*/ 1014608 h 1014608"/>
                <a:gd name="connsiteX1" fmla="*/ 62630 w 989556"/>
                <a:gd name="connsiteY1" fmla="*/ 889348 h 1014608"/>
                <a:gd name="connsiteX2" fmla="*/ 125260 w 989556"/>
                <a:gd name="connsiteY2" fmla="*/ 814192 h 1014608"/>
                <a:gd name="connsiteX3" fmla="*/ 0 w 989556"/>
                <a:gd name="connsiteY3" fmla="*/ 739036 h 1014608"/>
                <a:gd name="connsiteX4" fmla="*/ 112734 w 989556"/>
                <a:gd name="connsiteY4" fmla="*/ 638827 h 1014608"/>
                <a:gd name="connsiteX5" fmla="*/ 12526 w 989556"/>
                <a:gd name="connsiteY5" fmla="*/ 513567 h 1014608"/>
                <a:gd name="connsiteX6" fmla="*/ 100208 w 989556"/>
                <a:gd name="connsiteY6" fmla="*/ 400833 h 1014608"/>
                <a:gd name="connsiteX7" fmla="*/ 112734 w 989556"/>
                <a:gd name="connsiteY7" fmla="*/ 250521 h 1014608"/>
                <a:gd name="connsiteX8" fmla="*/ 212942 w 989556"/>
                <a:gd name="connsiteY8" fmla="*/ 275573 h 1014608"/>
                <a:gd name="connsiteX9" fmla="*/ 363255 w 989556"/>
                <a:gd name="connsiteY9" fmla="*/ 125260 h 1014608"/>
                <a:gd name="connsiteX10" fmla="*/ 438411 w 989556"/>
                <a:gd name="connsiteY10" fmla="*/ 263047 h 1014608"/>
                <a:gd name="connsiteX11" fmla="*/ 501041 w 989556"/>
                <a:gd name="connsiteY11" fmla="*/ 0 h 1014608"/>
                <a:gd name="connsiteX12" fmla="*/ 588723 w 989556"/>
                <a:gd name="connsiteY12" fmla="*/ 0 h 1014608"/>
                <a:gd name="connsiteX13" fmla="*/ 488515 w 989556"/>
                <a:gd name="connsiteY13" fmla="*/ 225469 h 1014608"/>
                <a:gd name="connsiteX14" fmla="*/ 563671 w 989556"/>
                <a:gd name="connsiteY14" fmla="*/ 225469 h 1014608"/>
                <a:gd name="connsiteX15" fmla="*/ 576197 w 989556"/>
                <a:gd name="connsiteY15" fmla="*/ 87682 h 1014608"/>
                <a:gd name="connsiteX16" fmla="*/ 601249 w 989556"/>
                <a:gd name="connsiteY16" fmla="*/ 212942 h 1014608"/>
                <a:gd name="connsiteX17" fmla="*/ 601249 w 989556"/>
                <a:gd name="connsiteY17" fmla="*/ 212942 h 1014608"/>
                <a:gd name="connsiteX18" fmla="*/ 713983 w 989556"/>
                <a:gd name="connsiteY18" fmla="*/ 175364 h 1014608"/>
                <a:gd name="connsiteX19" fmla="*/ 739035 w 989556"/>
                <a:gd name="connsiteY19" fmla="*/ 300625 h 1014608"/>
                <a:gd name="connsiteX20" fmla="*/ 814192 w 989556"/>
                <a:gd name="connsiteY20" fmla="*/ 300625 h 1014608"/>
                <a:gd name="connsiteX21" fmla="*/ 726509 w 989556"/>
                <a:gd name="connsiteY21" fmla="*/ 363255 h 1014608"/>
                <a:gd name="connsiteX22" fmla="*/ 989556 w 989556"/>
                <a:gd name="connsiteY22" fmla="*/ 350729 h 1014608"/>
                <a:gd name="connsiteX23" fmla="*/ 839244 w 989556"/>
                <a:gd name="connsiteY23" fmla="*/ 513567 h 1014608"/>
                <a:gd name="connsiteX24" fmla="*/ 839244 w 989556"/>
                <a:gd name="connsiteY24" fmla="*/ 513567 h 1014608"/>
                <a:gd name="connsiteX25" fmla="*/ 826718 w 989556"/>
                <a:gd name="connsiteY25" fmla="*/ 588723 h 1014608"/>
                <a:gd name="connsiteX26" fmla="*/ 839244 w 989556"/>
                <a:gd name="connsiteY26" fmla="*/ 701458 h 1014608"/>
                <a:gd name="connsiteX27" fmla="*/ 676405 w 989556"/>
                <a:gd name="connsiteY27" fmla="*/ 626301 h 1014608"/>
                <a:gd name="connsiteX28" fmla="*/ 789139 w 989556"/>
                <a:gd name="connsiteY28" fmla="*/ 789140 h 1014608"/>
                <a:gd name="connsiteX29" fmla="*/ 688931 w 989556"/>
                <a:gd name="connsiteY29" fmla="*/ 814192 h 1014608"/>
                <a:gd name="connsiteX30" fmla="*/ 801665 w 989556"/>
                <a:gd name="connsiteY30" fmla="*/ 914400 h 1014608"/>
                <a:gd name="connsiteX31" fmla="*/ 726509 w 989556"/>
                <a:gd name="connsiteY31" fmla="*/ 989556 h 1014608"/>
                <a:gd name="connsiteX32" fmla="*/ 613775 w 989556"/>
                <a:gd name="connsiteY32" fmla="*/ 977030 h 1014608"/>
                <a:gd name="connsiteX33" fmla="*/ 463463 w 989556"/>
                <a:gd name="connsiteY33" fmla="*/ 977030 h 1014608"/>
                <a:gd name="connsiteX34" fmla="*/ 375781 w 989556"/>
                <a:gd name="connsiteY34" fmla="*/ 1014608 h 1014608"/>
                <a:gd name="connsiteX0" fmla="*/ 375781 w 989556"/>
                <a:gd name="connsiteY0" fmla="*/ 1014608 h 1014608"/>
                <a:gd name="connsiteX1" fmla="*/ 62630 w 989556"/>
                <a:gd name="connsiteY1" fmla="*/ 889348 h 1014608"/>
                <a:gd name="connsiteX2" fmla="*/ 125260 w 989556"/>
                <a:gd name="connsiteY2" fmla="*/ 814192 h 1014608"/>
                <a:gd name="connsiteX3" fmla="*/ 0 w 989556"/>
                <a:gd name="connsiteY3" fmla="*/ 739036 h 1014608"/>
                <a:gd name="connsiteX4" fmla="*/ 112734 w 989556"/>
                <a:gd name="connsiteY4" fmla="*/ 638827 h 1014608"/>
                <a:gd name="connsiteX5" fmla="*/ 12526 w 989556"/>
                <a:gd name="connsiteY5" fmla="*/ 513567 h 1014608"/>
                <a:gd name="connsiteX6" fmla="*/ 100208 w 989556"/>
                <a:gd name="connsiteY6" fmla="*/ 400833 h 1014608"/>
                <a:gd name="connsiteX7" fmla="*/ 112734 w 989556"/>
                <a:gd name="connsiteY7" fmla="*/ 250521 h 1014608"/>
                <a:gd name="connsiteX8" fmla="*/ 212942 w 989556"/>
                <a:gd name="connsiteY8" fmla="*/ 275573 h 1014608"/>
                <a:gd name="connsiteX9" fmla="*/ 363255 w 989556"/>
                <a:gd name="connsiteY9" fmla="*/ 125260 h 1014608"/>
                <a:gd name="connsiteX10" fmla="*/ 438411 w 989556"/>
                <a:gd name="connsiteY10" fmla="*/ 263047 h 1014608"/>
                <a:gd name="connsiteX11" fmla="*/ 501041 w 989556"/>
                <a:gd name="connsiteY11" fmla="*/ 0 h 1014608"/>
                <a:gd name="connsiteX12" fmla="*/ 588723 w 989556"/>
                <a:gd name="connsiteY12" fmla="*/ 0 h 1014608"/>
                <a:gd name="connsiteX13" fmla="*/ 488515 w 989556"/>
                <a:gd name="connsiteY13" fmla="*/ 225469 h 1014608"/>
                <a:gd name="connsiteX14" fmla="*/ 563671 w 989556"/>
                <a:gd name="connsiteY14" fmla="*/ 225469 h 1014608"/>
                <a:gd name="connsiteX15" fmla="*/ 576197 w 989556"/>
                <a:gd name="connsiteY15" fmla="*/ 87682 h 1014608"/>
                <a:gd name="connsiteX16" fmla="*/ 601249 w 989556"/>
                <a:gd name="connsiteY16" fmla="*/ 212942 h 1014608"/>
                <a:gd name="connsiteX17" fmla="*/ 601249 w 989556"/>
                <a:gd name="connsiteY17" fmla="*/ 212942 h 1014608"/>
                <a:gd name="connsiteX18" fmla="*/ 713983 w 989556"/>
                <a:gd name="connsiteY18" fmla="*/ 175364 h 1014608"/>
                <a:gd name="connsiteX19" fmla="*/ 739035 w 989556"/>
                <a:gd name="connsiteY19" fmla="*/ 300625 h 1014608"/>
                <a:gd name="connsiteX20" fmla="*/ 814192 w 989556"/>
                <a:gd name="connsiteY20" fmla="*/ 300625 h 1014608"/>
                <a:gd name="connsiteX21" fmla="*/ 726509 w 989556"/>
                <a:gd name="connsiteY21" fmla="*/ 363255 h 1014608"/>
                <a:gd name="connsiteX22" fmla="*/ 989556 w 989556"/>
                <a:gd name="connsiteY22" fmla="*/ 350729 h 1014608"/>
                <a:gd name="connsiteX23" fmla="*/ 839244 w 989556"/>
                <a:gd name="connsiteY23" fmla="*/ 513567 h 1014608"/>
                <a:gd name="connsiteX24" fmla="*/ 839244 w 989556"/>
                <a:gd name="connsiteY24" fmla="*/ 513567 h 1014608"/>
                <a:gd name="connsiteX25" fmla="*/ 826718 w 989556"/>
                <a:gd name="connsiteY25" fmla="*/ 588723 h 1014608"/>
                <a:gd name="connsiteX26" fmla="*/ 839244 w 989556"/>
                <a:gd name="connsiteY26" fmla="*/ 701458 h 1014608"/>
                <a:gd name="connsiteX27" fmla="*/ 676405 w 989556"/>
                <a:gd name="connsiteY27" fmla="*/ 626301 h 1014608"/>
                <a:gd name="connsiteX28" fmla="*/ 789139 w 989556"/>
                <a:gd name="connsiteY28" fmla="*/ 789140 h 1014608"/>
                <a:gd name="connsiteX29" fmla="*/ 688931 w 989556"/>
                <a:gd name="connsiteY29" fmla="*/ 814192 h 1014608"/>
                <a:gd name="connsiteX30" fmla="*/ 801665 w 989556"/>
                <a:gd name="connsiteY30" fmla="*/ 914400 h 1014608"/>
                <a:gd name="connsiteX31" fmla="*/ 726509 w 989556"/>
                <a:gd name="connsiteY31" fmla="*/ 989556 h 1014608"/>
                <a:gd name="connsiteX32" fmla="*/ 613775 w 989556"/>
                <a:gd name="connsiteY32" fmla="*/ 977030 h 1014608"/>
                <a:gd name="connsiteX33" fmla="*/ 463463 w 989556"/>
                <a:gd name="connsiteY33" fmla="*/ 977030 h 1014608"/>
                <a:gd name="connsiteX34" fmla="*/ 375781 w 989556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676891 w 990042"/>
                <a:gd name="connsiteY27" fmla="*/ 626301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676891 w 990042"/>
                <a:gd name="connsiteY27" fmla="*/ 626301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676891 w 990042"/>
                <a:gd name="connsiteY27" fmla="*/ 626301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676891 w 990042"/>
                <a:gd name="connsiteY27" fmla="*/ 626301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676891 w 990042"/>
                <a:gd name="connsiteY27" fmla="*/ 626301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738275 w 990042"/>
                <a:gd name="connsiteY27" fmla="*/ 674984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39730 w 990042"/>
                <a:gd name="connsiteY25" fmla="*/ 701458 h 1014608"/>
                <a:gd name="connsiteX26" fmla="*/ 738275 w 990042"/>
                <a:gd name="connsiteY26" fmla="*/ 674984 h 1014608"/>
                <a:gd name="connsiteX27" fmla="*/ 789625 w 990042"/>
                <a:gd name="connsiteY27" fmla="*/ 789140 h 1014608"/>
                <a:gd name="connsiteX28" fmla="*/ 689417 w 990042"/>
                <a:gd name="connsiteY28" fmla="*/ 814192 h 1014608"/>
                <a:gd name="connsiteX29" fmla="*/ 802151 w 990042"/>
                <a:gd name="connsiteY29" fmla="*/ 914400 h 1014608"/>
                <a:gd name="connsiteX30" fmla="*/ 726995 w 990042"/>
                <a:gd name="connsiteY30" fmla="*/ 989556 h 1014608"/>
                <a:gd name="connsiteX31" fmla="*/ 614261 w 990042"/>
                <a:gd name="connsiteY31" fmla="*/ 977030 h 1014608"/>
                <a:gd name="connsiteX32" fmla="*/ 463949 w 990042"/>
                <a:gd name="connsiteY32" fmla="*/ 977030 h 1014608"/>
                <a:gd name="connsiteX33" fmla="*/ 376267 w 990042"/>
                <a:gd name="connsiteY33" fmla="*/ 1014608 h 1014608"/>
                <a:gd name="connsiteX0" fmla="*/ 376267 w 995089"/>
                <a:gd name="connsiteY0" fmla="*/ 1014608 h 1014608"/>
                <a:gd name="connsiteX1" fmla="*/ 63116 w 995089"/>
                <a:gd name="connsiteY1" fmla="*/ 889348 h 1014608"/>
                <a:gd name="connsiteX2" fmla="*/ 125746 w 995089"/>
                <a:gd name="connsiteY2" fmla="*/ 814192 h 1014608"/>
                <a:gd name="connsiteX3" fmla="*/ 486 w 995089"/>
                <a:gd name="connsiteY3" fmla="*/ 739036 h 1014608"/>
                <a:gd name="connsiteX4" fmla="*/ 113220 w 995089"/>
                <a:gd name="connsiteY4" fmla="*/ 638827 h 1014608"/>
                <a:gd name="connsiteX5" fmla="*/ 13012 w 995089"/>
                <a:gd name="connsiteY5" fmla="*/ 513567 h 1014608"/>
                <a:gd name="connsiteX6" fmla="*/ 100694 w 995089"/>
                <a:gd name="connsiteY6" fmla="*/ 400833 h 1014608"/>
                <a:gd name="connsiteX7" fmla="*/ 113220 w 995089"/>
                <a:gd name="connsiteY7" fmla="*/ 250521 h 1014608"/>
                <a:gd name="connsiteX8" fmla="*/ 213428 w 995089"/>
                <a:gd name="connsiteY8" fmla="*/ 275573 h 1014608"/>
                <a:gd name="connsiteX9" fmla="*/ 363741 w 995089"/>
                <a:gd name="connsiteY9" fmla="*/ 125260 h 1014608"/>
                <a:gd name="connsiteX10" fmla="*/ 438897 w 995089"/>
                <a:gd name="connsiteY10" fmla="*/ 263047 h 1014608"/>
                <a:gd name="connsiteX11" fmla="*/ 501527 w 995089"/>
                <a:gd name="connsiteY11" fmla="*/ 0 h 1014608"/>
                <a:gd name="connsiteX12" fmla="*/ 589209 w 995089"/>
                <a:gd name="connsiteY12" fmla="*/ 0 h 1014608"/>
                <a:gd name="connsiteX13" fmla="*/ 489001 w 995089"/>
                <a:gd name="connsiteY13" fmla="*/ 225469 h 1014608"/>
                <a:gd name="connsiteX14" fmla="*/ 564157 w 995089"/>
                <a:gd name="connsiteY14" fmla="*/ 225469 h 1014608"/>
                <a:gd name="connsiteX15" fmla="*/ 576683 w 995089"/>
                <a:gd name="connsiteY15" fmla="*/ 87682 h 1014608"/>
                <a:gd name="connsiteX16" fmla="*/ 601735 w 995089"/>
                <a:gd name="connsiteY16" fmla="*/ 212942 h 1014608"/>
                <a:gd name="connsiteX17" fmla="*/ 601735 w 995089"/>
                <a:gd name="connsiteY17" fmla="*/ 212942 h 1014608"/>
                <a:gd name="connsiteX18" fmla="*/ 714469 w 995089"/>
                <a:gd name="connsiteY18" fmla="*/ 175364 h 1014608"/>
                <a:gd name="connsiteX19" fmla="*/ 739521 w 995089"/>
                <a:gd name="connsiteY19" fmla="*/ 300625 h 1014608"/>
                <a:gd name="connsiteX20" fmla="*/ 814678 w 995089"/>
                <a:gd name="connsiteY20" fmla="*/ 300625 h 1014608"/>
                <a:gd name="connsiteX21" fmla="*/ 726995 w 995089"/>
                <a:gd name="connsiteY21" fmla="*/ 363255 h 1014608"/>
                <a:gd name="connsiteX22" fmla="*/ 990042 w 995089"/>
                <a:gd name="connsiteY22" fmla="*/ 350729 h 1014608"/>
                <a:gd name="connsiteX23" fmla="*/ 839730 w 995089"/>
                <a:gd name="connsiteY23" fmla="*/ 513567 h 1014608"/>
                <a:gd name="connsiteX24" fmla="*/ 839730 w 995089"/>
                <a:gd name="connsiteY24" fmla="*/ 513567 h 1014608"/>
                <a:gd name="connsiteX25" fmla="*/ 839730 w 995089"/>
                <a:gd name="connsiteY25" fmla="*/ 701458 h 1014608"/>
                <a:gd name="connsiteX26" fmla="*/ 738275 w 995089"/>
                <a:gd name="connsiteY26" fmla="*/ 674984 h 1014608"/>
                <a:gd name="connsiteX27" fmla="*/ 789625 w 995089"/>
                <a:gd name="connsiteY27" fmla="*/ 789140 h 1014608"/>
                <a:gd name="connsiteX28" fmla="*/ 689417 w 995089"/>
                <a:gd name="connsiteY28" fmla="*/ 814192 h 1014608"/>
                <a:gd name="connsiteX29" fmla="*/ 802151 w 995089"/>
                <a:gd name="connsiteY29" fmla="*/ 914400 h 1014608"/>
                <a:gd name="connsiteX30" fmla="*/ 726995 w 995089"/>
                <a:gd name="connsiteY30" fmla="*/ 989556 h 1014608"/>
                <a:gd name="connsiteX31" fmla="*/ 614261 w 995089"/>
                <a:gd name="connsiteY31" fmla="*/ 977030 h 1014608"/>
                <a:gd name="connsiteX32" fmla="*/ 463949 w 995089"/>
                <a:gd name="connsiteY32" fmla="*/ 977030 h 1014608"/>
                <a:gd name="connsiteX33" fmla="*/ 376267 w 995089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14678 w 914120"/>
                <a:gd name="connsiteY20" fmla="*/ 3006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39730 w 914120"/>
                <a:gd name="connsiteY24" fmla="*/ 513567 h 1014608"/>
                <a:gd name="connsiteX25" fmla="*/ 839730 w 914120"/>
                <a:gd name="connsiteY25" fmla="*/ 7014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14678 w 914120"/>
                <a:gd name="connsiteY20" fmla="*/ 3006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39730 w 914120"/>
                <a:gd name="connsiteY24" fmla="*/ 513567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14678 w 914120"/>
                <a:gd name="connsiteY20" fmla="*/ 3006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03746 w 914120"/>
                <a:gd name="connsiteY24" fmla="*/ 555900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14678 w 914120"/>
                <a:gd name="connsiteY20" fmla="*/ 3006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03746 w 914120"/>
                <a:gd name="connsiteY24" fmla="*/ 555900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27378 w 914120"/>
                <a:gd name="connsiteY20" fmla="*/ 2879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03746 w 914120"/>
                <a:gd name="connsiteY24" fmla="*/ 555900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27378 w 914120"/>
                <a:gd name="connsiteY20" fmla="*/ 2879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03746 w 914120"/>
                <a:gd name="connsiteY24" fmla="*/ 555900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27378 w 914120"/>
                <a:gd name="connsiteY20" fmla="*/ 2879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03746 w 914120"/>
                <a:gd name="connsiteY24" fmla="*/ 555900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31077 h 1031077"/>
                <a:gd name="connsiteX1" fmla="*/ 63116 w 914120"/>
                <a:gd name="connsiteY1" fmla="*/ 905817 h 1031077"/>
                <a:gd name="connsiteX2" fmla="*/ 125746 w 914120"/>
                <a:gd name="connsiteY2" fmla="*/ 830661 h 1031077"/>
                <a:gd name="connsiteX3" fmla="*/ 486 w 914120"/>
                <a:gd name="connsiteY3" fmla="*/ 755505 h 1031077"/>
                <a:gd name="connsiteX4" fmla="*/ 113220 w 914120"/>
                <a:gd name="connsiteY4" fmla="*/ 655296 h 1031077"/>
                <a:gd name="connsiteX5" fmla="*/ 13012 w 914120"/>
                <a:gd name="connsiteY5" fmla="*/ 530036 h 1031077"/>
                <a:gd name="connsiteX6" fmla="*/ 100694 w 914120"/>
                <a:gd name="connsiteY6" fmla="*/ 417302 h 1031077"/>
                <a:gd name="connsiteX7" fmla="*/ 113220 w 914120"/>
                <a:gd name="connsiteY7" fmla="*/ 266990 h 1031077"/>
                <a:gd name="connsiteX8" fmla="*/ 213428 w 914120"/>
                <a:gd name="connsiteY8" fmla="*/ 292042 h 1031077"/>
                <a:gd name="connsiteX9" fmla="*/ 363741 w 914120"/>
                <a:gd name="connsiteY9" fmla="*/ 141729 h 1031077"/>
                <a:gd name="connsiteX10" fmla="*/ 438897 w 914120"/>
                <a:gd name="connsiteY10" fmla="*/ 279516 h 1031077"/>
                <a:gd name="connsiteX11" fmla="*/ 501527 w 914120"/>
                <a:gd name="connsiteY11" fmla="*/ 16469 h 1031077"/>
                <a:gd name="connsiteX12" fmla="*/ 589209 w 914120"/>
                <a:gd name="connsiteY12" fmla="*/ 16469 h 1031077"/>
                <a:gd name="connsiteX13" fmla="*/ 489001 w 914120"/>
                <a:gd name="connsiteY13" fmla="*/ 241938 h 1031077"/>
                <a:gd name="connsiteX14" fmla="*/ 564157 w 914120"/>
                <a:gd name="connsiteY14" fmla="*/ 241938 h 1031077"/>
                <a:gd name="connsiteX15" fmla="*/ 576683 w 914120"/>
                <a:gd name="connsiteY15" fmla="*/ 104151 h 1031077"/>
                <a:gd name="connsiteX16" fmla="*/ 601735 w 914120"/>
                <a:gd name="connsiteY16" fmla="*/ 229411 h 1031077"/>
                <a:gd name="connsiteX17" fmla="*/ 601735 w 914120"/>
                <a:gd name="connsiteY17" fmla="*/ 229411 h 1031077"/>
                <a:gd name="connsiteX18" fmla="*/ 714469 w 914120"/>
                <a:gd name="connsiteY18" fmla="*/ 191833 h 1031077"/>
                <a:gd name="connsiteX19" fmla="*/ 739521 w 914120"/>
                <a:gd name="connsiteY19" fmla="*/ 317094 h 1031077"/>
                <a:gd name="connsiteX20" fmla="*/ 827378 w 914120"/>
                <a:gd name="connsiteY20" fmla="*/ 304394 h 1031077"/>
                <a:gd name="connsiteX21" fmla="*/ 726995 w 914120"/>
                <a:gd name="connsiteY21" fmla="*/ 379724 h 1031077"/>
                <a:gd name="connsiteX22" fmla="*/ 903259 w 914120"/>
                <a:gd name="connsiteY22" fmla="*/ 405298 h 1031077"/>
                <a:gd name="connsiteX23" fmla="*/ 839730 w 914120"/>
                <a:gd name="connsiteY23" fmla="*/ 530036 h 1031077"/>
                <a:gd name="connsiteX24" fmla="*/ 803746 w 914120"/>
                <a:gd name="connsiteY24" fmla="*/ 572369 h 1031077"/>
                <a:gd name="connsiteX25" fmla="*/ 913814 w 914120"/>
                <a:gd name="connsiteY25" fmla="*/ 641727 h 1031077"/>
                <a:gd name="connsiteX26" fmla="*/ 738275 w 914120"/>
                <a:gd name="connsiteY26" fmla="*/ 691453 h 1031077"/>
                <a:gd name="connsiteX27" fmla="*/ 789625 w 914120"/>
                <a:gd name="connsiteY27" fmla="*/ 805609 h 1031077"/>
                <a:gd name="connsiteX28" fmla="*/ 689417 w 914120"/>
                <a:gd name="connsiteY28" fmla="*/ 830661 h 1031077"/>
                <a:gd name="connsiteX29" fmla="*/ 802151 w 914120"/>
                <a:gd name="connsiteY29" fmla="*/ 930869 h 1031077"/>
                <a:gd name="connsiteX30" fmla="*/ 726995 w 914120"/>
                <a:gd name="connsiteY30" fmla="*/ 1006025 h 1031077"/>
                <a:gd name="connsiteX31" fmla="*/ 614261 w 914120"/>
                <a:gd name="connsiteY31" fmla="*/ 993499 h 1031077"/>
                <a:gd name="connsiteX32" fmla="*/ 463949 w 914120"/>
                <a:gd name="connsiteY32" fmla="*/ 993499 h 1031077"/>
                <a:gd name="connsiteX33" fmla="*/ 376267 w 914120"/>
                <a:gd name="connsiteY33" fmla="*/ 1031077 h 1031077"/>
                <a:gd name="connsiteX0" fmla="*/ 376267 w 914120"/>
                <a:gd name="connsiteY0" fmla="*/ 1037522 h 1037522"/>
                <a:gd name="connsiteX1" fmla="*/ 63116 w 914120"/>
                <a:gd name="connsiteY1" fmla="*/ 912262 h 1037522"/>
                <a:gd name="connsiteX2" fmla="*/ 125746 w 914120"/>
                <a:gd name="connsiteY2" fmla="*/ 837106 h 1037522"/>
                <a:gd name="connsiteX3" fmla="*/ 486 w 914120"/>
                <a:gd name="connsiteY3" fmla="*/ 761950 h 1037522"/>
                <a:gd name="connsiteX4" fmla="*/ 113220 w 914120"/>
                <a:gd name="connsiteY4" fmla="*/ 661741 h 1037522"/>
                <a:gd name="connsiteX5" fmla="*/ 13012 w 914120"/>
                <a:gd name="connsiteY5" fmla="*/ 536481 h 1037522"/>
                <a:gd name="connsiteX6" fmla="*/ 100694 w 914120"/>
                <a:gd name="connsiteY6" fmla="*/ 423747 h 1037522"/>
                <a:gd name="connsiteX7" fmla="*/ 113220 w 914120"/>
                <a:gd name="connsiteY7" fmla="*/ 273435 h 1037522"/>
                <a:gd name="connsiteX8" fmla="*/ 213428 w 914120"/>
                <a:gd name="connsiteY8" fmla="*/ 298487 h 1037522"/>
                <a:gd name="connsiteX9" fmla="*/ 363741 w 914120"/>
                <a:gd name="connsiteY9" fmla="*/ 148174 h 1037522"/>
                <a:gd name="connsiteX10" fmla="*/ 438897 w 914120"/>
                <a:gd name="connsiteY10" fmla="*/ 285961 h 1037522"/>
                <a:gd name="connsiteX11" fmla="*/ 501527 w 914120"/>
                <a:gd name="connsiteY11" fmla="*/ 22914 h 1037522"/>
                <a:gd name="connsiteX12" fmla="*/ 589209 w 914120"/>
                <a:gd name="connsiteY12" fmla="*/ 22914 h 1037522"/>
                <a:gd name="connsiteX13" fmla="*/ 489001 w 914120"/>
                <a:gd name="connsiteY13" fmla="*/ 248383 h 1037522"/>
                <a:gd name="connsiteX14" fmla="*/ 564157 w 914120"/>
                <a:gd name="connsiteY14" fmla="*/ 248383 h 1037522"/>
                <a:gd name="connsiteX15" fmla="*/ 576683 w 914120"/>
                <a:gd name="connsiteY15" fmla="*/ 110596 h 1037522"/>
                <a:gd name="connsiteX16" fmla="*/ 601735 w 914120"/>
                <a:gd name="connsiteY16" fmla="*/ 235856 h 1037522"/>
                <a:gd name="connsiteX17" fmla="*/ 601735 w 914120"/>
                <a:gd name="connsiteY17" fmla="*/ 235856 h 1037522"/>
                <a:gd name="connsiteX18" fmla="*/ 714469 w 914120"/>
                <a:gd name="connsiteY18" fmla="*/ 198278 h 1037522"/>
                <a:gd name="connsiteX19" fmla="*/ 739521 w 914120"/>
                <a:gd name="connsiteY19" fmla="*/ 323539 h 1037522"/>
                <a:gd name="connsiteX20" fmla="*/ 827378 w 914120"/>
                <a:gd name="connsiteY20" fmla="*/ 310839 h 1037522"/>
                <a:gd name="connsiteX21" fmla="*/ 726995 w 914120"/>
                <a:gd name="connsiteY21" fmla="*/ 386169 h 1037522"/>
                <a:gd name="connsiteX22" fmla="*/ 903259 w 914120"/>
                <a:gd name="connsiteY22" fmla="*/ 411743 h 1037522"/>
                <a:gd name="connsiteX23" fmla="*/ 839730 w 914120"/>
                <a:gd name="connsiteY23" fmla="*/ 536481 h 1037522"/>
                <a:gd name="connsiteX24" fmla="*/ 803746 w 914120"/>
                <a:gd name="connsiteY24" fmla="*/ 578814 h 1037522"/>
                <a:gd name="connsiteX25" fmla="*/ 913814 w 914120"/>
                <a:gd name="connsiteY25" fmla="*/ 648172 h 1037522"/>
                <a:gd name="connsiteX26" fmla="*/ 738275 w 914120"/>
                <a:gd name="connsiteY26" fmla="*/ 697898 h 1037522"/>
                <a:gd name="connsiteX27" fmla="*/ 789625 w 914120"/>
                <a:gd name="connsiteY27" fmla="*/ 812054 h 1037522"/>
                <a:gd name="connsiteX28" fmla="*/ 689417 w 914120"/>
                <a:gd name="connsiteY28" fmla="*/ 837106 h 1037522"/>
                <a:gd name="connsiteX29" fmla="*/ 802151 w 914120"/>
                <a:gd name="connsiteY29" fmla="*/ 937314 h 1037522"/>
                <a:gd name="connsiteX30" fmla="*/ 726995 w 914120"/>
                <a:gd name="connsiteY30" fmla="*/ 1012470 h 1037522"/>
                <a:gd name="connsiteX31" fmla="*/ 614261 w 914120"/>
                <a:gd name="connsiteY31" fmla="*/ 999944 h 1037522"/>
                <a:gd name="connsiteX32" fmla="*/ 463949 w 914120"/>
                <a:gd name="connsiteY32" fmla="*/ 999944 h 1037522"/>
                <a:gd name="connsiteX33" fmla="*/ 376267 w 914120"/>
                <a:gd name="connsiteY33" fmla="*/ 1037522 h 1037522"/>
                <a:gd name="connsiteX0" fmla="*/ 376267 w 914120"/>
                <a:gd name="connsiteY0" fmla="*/ 1030530 h 1030530"/>
                <a:gd name="connsiteX1" fmla="*/ 63116 w 914120"/>
                <a:gd name="connsiteY1" fmla="*/ 905270 h 1030530"/>
                <a:gd name="connsiteX2" fmla="*/ 125746 w 914120"/>
                <a:gd name="connsiteY2" fmla="*/ 830114 h 1030530"/>
                <a:gd name="connsiteX3" fmla="*/ 486 w 914120"/>
                <a:gd name="connsiteY3" fmla="*/ 754958 h 1030530"/>
                <a:gd name="connsiteX4" fmla="*/ 113220 w 914120"/>
                <a:gd name="connsiteY4" fmla="*/ 654749 h 1030530"/>
                <a:gd name="connsiteX5" fmla="*/ 13012 w 914120"/>
                <a:gd name="connsiteY5" fmla="*/ 529489 h 1030530"/>
                <a:gd name="connsiteX6" fmla="*/ 100694 w 914120"/>
                <a:gd name="connsiteY6" fmla="*/ 416755 h 1030530"/>
                <a:gd name="connsiteX7" fmla="*/ 113220 w 914120"/>
                <a:gd name="connsiteY7" fmla="*/ 266443 h 1030530"/>
                <a:gd name="connsiteX8" fmla="*/ 213428 w 914120"/>
                <a:gd name="connsiteY8" fmla="*/ 291495 h 1030530"/>
                <a:gd name="connsiteX9" fmla="*/ 363741 w 914120"/>
                <a:gd name="connsiteY9" fmla="*/ 141182 h 1030530"/>
                <a:gd name="connsiteX10" fmla="*/ 438897 w 914120"/>
                <a:gd name="connsiteY10" fmla="*/ 278969 h 1030530"/>
                <a:gd name="connsiteX11" fmla="*/ 501527 w 914120"/>
                <a:gd name="connsiteY11" fmla="*/ 15922 h 1030530"/>
                <a:gd name="connsiteX12" fmla="*/ 553226 w 914120"/>
                <a:gd name="connsiteY12" fmla="*/ 51905 h 1030530"/>
                <a:gd name="connsiteX13" fmla="*/ 489001 w 914120"/>
                <a:gd name="connsiteY13" fmla="*/ 241391 h 1030530"/>
                <a:gd name="connsiteX14" fmla="*/ 564157 w 914120"/>
                <a:gd name="connsiteY14" fmla="*/ 241391 h 1030530"/>
                <a:gd name="connsiteX15" fmla="*/ 576683 w 914120"/>
                <a:gd name="connsiteY15" fmla="*/ 103604 h 1030530"/>
                <a:gd name="connsiteX16" fmla="*/ 601735 w 914120"/>
                <a:gd name="connsiteY16" fmla="*/ 228864 h 1030530"/>
                <a:gd name="connsiteX17" fmla="*/ 601735 w 914120"/>
                <a:gd name="connsiteY17" fmla="*/ 228864 h 1030530"/>
                <a:gd name="connsiteX18" fmla="*/ 714469 w 914120"/>
                <a:gd name="connsiteY18" fmla="*/ 191286 h 1030530"/>
                <a:gd name="connsiteX19" fmla="*/ 739521 w 914120"/>
                <a:gd name="connsiteY19" fmla="*/ 316547 h 1030530"/>
                <a:gd name="connsiteX20" fmla="*/ 827378 w 914120"/>
                <a:gd name="connsiteY20" fmla="*/ 303847 h 1030530"/>
                <a:gd name="connsiteX21" fmla="*/ 726995 w 914120"/>
                <a:gd name="connsiteY21" fmla="*/ 379177 h 1030530"/>
                <a:gd name="connsiteX22" fmla="*/ 903259 w 914120"/>
                <a:gd name="connsiteY22" fmla="*/ 404751 h 1030530"/>
                <a:gd name="connsiteX23" fmla="*/ 839730 w 914120"/>
                <a:gd name="connsiteY23" fmla="*/ 529489 h 1030530"/>
                <a:gd name="connsiteX24" fmla="*/ 803746 w 914120"/>
                <a:gd name="connsiteY24" fmla="*/ 571822 h 1030530"/>
                <a:gd name="connsiteX25" fmla="*/ 913814 w 914120"/>
                <a:gd name="connsiteY25" fmla="*/ 641180 h 1030530"/>
                <a:gd name="connsiteX26" fmla="*/ 738275 w 914120"/>
                <a:gd name="connsiteY26" fmla="*/ 690906 h 1030530"/>
                <a:gd name="connsiteX27" fmla="*/ 789625 w 914120"/>
                <a:gd name="connsiteY27" fmla="*/ 805062 h 1030530"/>
                <a:gd name="connsiteX28" fmla="*/ 689417 w 914120"/>
                <a:gd name="connsiteY28" fmla="*/ 830114 h 1030530"/>
                <a:gd name="connsiteX29" fmla="*/ 802151 w 914120"/>
                <a:gd name="connsiteY29" fmla="*/ 930322 h 1030530"/>
                <a:gd name="connsiteX30" fmla="*/ 726995 w 914120"/>
                <a:gd name="connsiteY30" fmla="*/ 1005478 h 1030530"/>
                <a:gd name="connsiteX31" fmla="*/ 614261 w 914120"/>
                <a:gd name="connsiteY31" fmla="*/ 992952 h 1030530"/>
                <a:gd name="connsiteX32" fmla="*/ 463949 w 914120"/>
                <a:gd name="connsiteY32" fmla="*/ 992952 h 1030530"/>
                <a:gd name="connsiteX33" fmla="*/ 376267 w 914120"/>
                <a:gd name="connsiteY33" fmla="*/ 1030530 h 1030530"/>
                <a:gd name="connsiteX0" fmla="*/ 376267 w 914120"/>
                <a:gd name="connsiteY0" fmla="*/ 1030530 h 1030530"/>
                <a:gd name="connsiteX1" fmla="*/ 63116 w 914120"/>
                <a:gd name="connsiteY1" fmla="*/ 905270 h 1030530"/>
                <a:gd name="connsiteX2" fmla="*/ 125746 w 914120"/>
                <a:gd name="connsiteY2" fmla="*/ 830114 h 1030530"/>
                <a:gd name="connsiteX3" fmla="*/ 486 w 914120"/>
                <a:gd name="connsiteY3" fmla="*/ 754958 h 1030530"/>
                <a:gd name="connsiteX4" fmla="*/ 113220 w 914120"/>
                <a:gd name="connsiteY4" fmla="*/ 654749 h 1030530"/>
                <a:gd name="connsiteX5" fmla="*/ 13012 w 914120"/>
                <a:gd name="connsiteY5" fmla="*/ 529489 h 1030530"/>
                <a:gd name="connsiteX6" fmla="*/ 100694 w 914120"/>
                <a:gd name="connsiteY6" fmla="*/ 416755 h 1030530"/>
                <a:gd name="connsiteX7" fmla="*/ 113220 w 914120"/>
                <a:gd name="connsiteY7" fmla="*/ 266443 h 1030530"/>
                <a:gd name="connsiteX8" fmla="*/ 213428 w 914120"/>
                <a:gd name="connsiteY8" fmla="*/ 291495 h 1030530"/>
                <a:gd name="connsiteX9" fmla="*/ 363741 w 914120"/>
                <a:gd name="connsiteY9" fmla="*/ 141182 h 1030530"/>
                <a:gd name="connsiteX10" fmla="*/ 438897 w 914120"/>
                <a:gd name="connsiteY10" fmla="*/ 278969 h 1030530"/>
                <a:gd name="connsiteX11" fmla="*/ 501527 w 914120"/>
                <a:gd name="connsiteY11" fmla="*/ 15922 h 1030530"/>
                <a:gd name="connsiteX12" fmla="*/ 553226 w 914120"/>
                <a:gd name="connsiteY12" fmla="*/ 51905 h 1030530"/>
                <a:gd name="connsiteX13" fmla="*/ 489001 w 914120"/>
                <a:gd name="connsiteY13" fmla="*/ 241391 h 1030530"/>
                <a:gd name="connsiteX14" fmla="*/ 564157 w 914120"/>
                <a:gd name="connsiteY14" fmla="*/ 241391 h 1030530"/>
                <a:gd name="connsiteX15" fmla="*/ 576683 w 914120"/>
                <a:gd name="connsiteY15" fmla="*/ 103604 h 1030530"/>
                <a:gd name="connsiteX16" fmla="*/ 601735 w 914120"/>
                <a:gd name="connsiteY16" fmla="*/ 228864 h 1030530"/>
                <a:gd name="connsiteX17" fmla="*/ 601735 w 914120"/>
                <a:gd name="connsiteY17" fmla="*/ 228864 h 1030530"/>
                <a:gd name="connsiteX18" fmla="*/ 714469 w 914120"/>
                <a:gd name="connsiteY18" fmla="*/ 191286 h 1030530"/>
                <a:gd name="connsiteX19" fmla="*/ 739521 w 914120"/>
                <a:gd name="connsiteY19" fmla="*/ 316547 h 1030530"/>
                <a:gd name="connsiteX20" fmla="*/ 827378 w 914120"/>
                <a:gd name="connsiteY20" fmla="*/ 303847 h 1030530"/>
                <a:gd name="connsiteX21" fmla="*/ 726995 w 914120"/>
                <a:gd name="connsiteY21" fmla="*/ 379177 h 1030530"/>
                <a:gd name="connsiteX22" fmla="*/ 903259 w 914120"/>
                <a:gd name="connsiteY22" fmla="*/ 404751 h 1030530"/>
                <a:gd name="connsiteX23" fmla="*/ 839730 w 914120"/>
                <a:gd name="connsiteY23" fmla="*/ 529489 h 1030530"/>
                <a:gd name="connsiteX24" fmla="*/ 803746 w 914120"/>
                <a:gd name="connsiteY24" fmla="*/ 571822 h 1030530"/>
                <a:gd name="connsiteX25" fmla="*/ 913814 w 914120"/>
                <a:gd name="connsiteY25" fmla="*/ 641180 h 1030530"/>
                <a:gd name="connsiteX26" fmla="*/ 738275 w 914120"/>
                <a:gd name="connsiteY26" fmla="*/ 690906 h 1030530"/>
                <a:gd name="connsiteX27" fmla="*/ 789625 w 914120"/>
                <a:gd name="connsiteY27" fmla="*/ 805062 h 1030530"/>
                <a:gd name="connsiteX28" fmla="*/ 689417 w 914120"/>
                <a:gd name="connsiteY28" fmla="*/ 830114 h 1030530"/>
                <a:gd name="connsiteX29" fmla="*/ 802151 w 914120"/>
                <a:gd name="connsiteY29" fmla="*/ 930322 h 1030530"/>
                <a:gd name="connsiteX30" fmla="*/ 726995 w 914120"/>
                <a:gd name="connsiteY30" fmla="*/ 1005478 h 1030530"/>
                <a:gd name="connsiteX31" fmla="*/ 614261 w 914120"/>
                <a:gd name="connsiteY31" fmla="*/ 992952 h 1030530"/>
                <a:gd name="connsiteX32" fmla="*/ 463949 w 914120"/>
                <a:gd name="connsiteY32" fmla="*/ 992952 h 1030530"/>
                <a:gd name="connsiteX33" fmla="*/ 376267 w 914120"/>
                <a:gd name="connsiteY33" fmla="*/ 1030530 h 10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914120" h="1030530">
                  <a:moveTo>
                    <a:pt x="376267" y="1030530"/>
                  </a:moveTo>
                  <a:cubicBezTo>
                    <a:pt x="271883" y="988777"/>
                    <a:pt x="78223" y="943022"/>
                    <a:pt x="63116" y="905270"/>
                  </a:cubicBezTo>
                  <a:cubicBezTo>
                    <a:pt x="48009" y="867518"/>
                    <a:pt x="104869" y="855166"/>
                    <a:pt x="125746" y="830114"/>
                  </a:cubicBezTo>
                  <a:cubicBezTo>
                    <a:pt x="83993" y="805062"/>
                    <a:pt x="-7459" y="828577"/>
                    <a:pt x="486" y="754958"/>
                  </a:cubicBezTo>
                  <a:cubicBezTo>
                    <a:pt x="8431" y="681339"/>
                    <a:pt x="75642" y="688152"/>
                    <a:pt x="113220" y="654749"/>
                  </a:cubicBezTo>
                  <a:cubicBezTo>
                    <a:pt x="79817" y="612996"/>
                    <a:pt x="7068" y="584001"/>
                    <a:pt x="13012" y="529489"/>
                  </a:cubicBezTo>
                  <a:cubicBezTo>
                    <a:pt x="18956" y="474977"/>
                    <a:pt x="71467" y="454333"/>
                    <a:pt x="100694" y="416755"/>
                  </a:cubicBezTo>
                  <a:cubicBezTo>
                    <a:pt x="104869" y="366651"/>
                    <a:pt x="71350" y="287725"/>
                    <a:pt x="113220" y="266443"/>
                  </a:cubicBezTo>
                  <a:cubicBezTo>
                    <a:pt x="155090" y="245161"/>
                    <a:pt x="180025" y="283144"/>
                    <a:pt x="213428" y="291495"/>
                  </a:cubicBezTo>
                  <a:cubicBezTo>
                    <a:pt x="263532" y="241391"/>
                    <a:pt x="281887" y="161653"/>
                    <a:pt x="363741" y="141182"/>
                  </a:cubicBezTo>
                  <a:cubicBezTo>
                    <a:pt x="445595" y="120711"/>
                    <a:pt x="413845" y="233040"/>
                    <a:pt x="438897" y="278969"/>
                  </a:cubicBezTo>
                  <a:cubicBezTo>
                    <a:pt x="459774" y="191287"/>
                    <a:pt x="482472" y="53766"/>
                    <a:pt x="501527" y="15922"/>
                  </a:cubicBezTo>
                  <a:cubicBezTo>
                    <a:pt x="520582" y="-21922"/>
                    <a:pt x="531596" y="14849"/>
                    <a:pt x="553226" y="51905"/>
                  </a:cubicBezTo>
                  <a:cubicBezTo>
                    <a:pt x="574856" y="88961"/>
                    <a:pt x="522404" y="166235"/>
                    <a:pt x="489001" y="241391"/>
                  </a:cubicBezTo>
                  <a:lnTo>
                    <a:pt x="564157" y="241391"/>
                  </a:lnTo>
                  <a:cubicBezTo>
                    <a:pt x="568332" y="195462"/>
                    <a:pt x="534465" y="87251"/>
                    <a:pt x="576683" y="103604"/>
                  </a:cubicBezTo>
                  <a:cubicBezTo>
                    <a:pt x="618901" y="119957"/>
                    <a:pt x="593384" y="187111"/>
                    <a:pt x="601735" y="228864"/>
                  </a:cubicBezTo>
                  <a:lnTo>
                    <a:pt x="601735" y="228864"/>
                  </a:lnTo>
                  <a:cubicBezTo>
                    <a:pt x="639313" y="216338"/>
                    <a:pt x="684951" y="153765"/>
                    <a:pt x="714469" y="191286"/>
                  </a:cubicBezTo>
                  <a:cubicBezTo>
                    <a:pt x="743987" y="228807"/>
                    <a:pt x="731170" y="274793"/>
                    <a:pt x="739521" y="316547"/>
                  </a:cubicBezTo>
                  <a:cubicBezTo>
                    <a:pt x="768807" y="312314"/>
                    <a:pt x="804442" y="282680"/>
                    <a:pt x="827378" y="303847"/>
                  </a:cubicBezTo>
                  <a:cubicBezTo>
                    <a:pt x="850314" y="325014"/>
                    <a:pt x="760456" y="354067"/>
                    <a:pt x="726995" y="379177"/>
                  </a:cubicBezTo>
                  <a:cubicBezTo>
                    <a:pt x="814677" y="375002"/>
                    <a:pt x="884128" y="319080"/>
                    <a:pt x="903259" y="404751"/>
                  </a:cubicBezTo>
                  <a:cubicBezTo>
                    <a:pt x="935705" y="550047"/>
                    <a:pt x="889834" y="475210"/>
                    <a:pt x="839730" y="529489"/>
                  </a:cubicBezTo>
                  <a:lnTo>
                    <a:pt x="803746" y="571822"/>
                  </a:lnTo>
                  <a:cubicBezTo>
                    <a:pt x="840435" y="594941"/>
                    <a:pt x="910992" y="548211"/>
                    <a:pt x="913814" y="641180"/>
                  </a:cubicBezTo>
                  <a:cubicBezTo>
                    <a:pt x="916636" y="734149"/>
                    <a:pt x="796788" y="674331"/>
                    <a:pt x="738275" y="690906"/>
                  </a:cubicBezTo>
                  <a:cubicBezTo>
                    <a:pt x="775853" y="745186"/>
                    <a:pt x="797768" y="781861"/>
                    <a:pt x="789625" y="805062"/>
                  </a:cubicBezTo>
                  <a:cubicBezTo>
                    <a:pt x="781482" y="828263"/>
                    <a:pt x="722820" y="821763"/>
                    <a:pt x="689417" y="830114"/>
                  </a:cubicBezTo>
                  <a:cubicBezTo>
                    <a:pt x="726995" y="863517"/>
                    <a:pt x="817490" y="879986"/>
                    <a:pt x="802151" y="930322"/>
                  </a:cubicBezTo>
                  <a:cubicBezTo>
                    <a:pt x="786812" y="980658"/>
                    <a:pt x="773214" y="986776"/>
                    <a:pt x="726995" y="1005478"/>
                  </a:cubicBezTo>
                  <a:cubicBezTo>
                    <a:pt x="680776" y="1024180"/>
                    <a:pt x="651839" y="997127"/>
                    <a:pt x="614261" y="992952"/>
                  </a:cubicBezTo>
                  <a:lnTo>
                    <a:pt x="463949" y="992952"/>
                  </a:lnTo>
                  <a:lnTo>
                    <a:pt x="376267" y="1030530"/>
                  </a:lnTo>
                  <a:close/>
                </a:path>
              </a:pathLst>
            </a:custGeom>
            <a:solidFill>
              <a:srgbClr val="7FB46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48998C8-7756-BF9B-26C0-1732130379EA}"/>
              </a:ext>
            </a:extLst>
          </p:cNvPr>
          <p:cNvSpPr txBox="1"/>
          <p:nvPr/>
        </p:nvSpPr>
        <p:spPr>
          <a:xfrm>
            <a:off x="1932040" y="1621073"/>
            <a:ext cx="2363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Distant object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754973-E33E-3475-B99B-221E27EB3607}"/>
              </a:ext>
            </a:extLst>
          </p:cNvPr>
          <p:cNvGrpSpPr/>
          <p:nvPr/>
        </p:nvGrpSpPr>
        <p:grpSpPr>
          <a:xfrm flipV="1">
            <a:off x="9423883" y="2368056"/>
            <a:ext cx="285064" cy="1067473"/>
            <a:chOff x="337717" y="3190740"/>
            <a:chExt cx="914120" cy="1356208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76BB15F-036E-AECD-1C1F-090F29AF9679}"/>
                </a:ext>
              </a:extLst>
            </p:cNvPr>
            <p:cNvSpPr/>
            <p:nvPr/>
          </p:nvSpPr>
          <p:spPr>
            <a:xfrm>
              <a:off x="688932" y="4146115"/>
              <a:ext cx="250520" cy="400833"/>
            </a:xfrm>
            <a:custGeom>
              <a:avLst/>
              <a:gdLst>
                <a:gd name="connsiteX0" fmla="*/ 0 w 250520"/>
                <a:gd name="connsiteY0" fmla="*/ 388307 h 400833"/>
                <a:gd name="connsiteX1" fmla="*/ 50104 w 250520"/>
                <a:gd name="connsiteY1" fmla="*/ 200417 h 400833"/>
                <a:gd name="connsiteX2" fmla="*/ 50104 w 250520"/>
                <a:gd name="connsiteY2" fmla="*/ 0 h 400833"/>
                <a:gd name="connsiteX3" fmla="*/ 212942 w 250520"/>
                <a:gd name="connsiteY3" fmla="*/ 0 h 400833"/>
                <a:gd name="connsiteX4" fmla="*/ 187890 w 250520"/>
                <a:gd name="connsiteY4" fmla="*/ 212943 h 400833"/>
                <a:gd name="connsiteX5" fmla="*/ 250520 w 250520"/>
                <a:gd name="connsiteY5" fmla="*/ 400833 h 40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0520" h="400833">
                  <a:moveTo>
                    <a:pt x="0" y="388307"/>
                  </a:moveTo>
                  <a:lnTo>
                    <a:pt x="50104" y="200417"/>
                  </a:lnTo>
                  <a:lnTo>
                    <a:pt x="50104" y="0"/>
                  </a:lnTo>
                  <a:lnTo>
                    <a:pt x="212942" y="0"/>
                  </a:lnTo>
                  <a:lnTo>
                    <a:pt x="187890" y="212943"/>
                  </a:lnTo>
                  <a:lnTo>
                    <a:pt x="250520" y="400833"/>
                  </a:lnTo>
                </a:path>
              </a:pathLst>
            </a:custGeom>
            <a:solidFill>
              <a:srgbClr val="716C43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F2B2CD-D1EB-DD5E-D7B4-33DF0E40E56D}"/>
                </a:ext>
              </a:extLst>
            </p:cNvPr>
            <p:cNvSpPr/>
            <p:nvPr/>
          </p:nvSpPr>
          <p:spPr>
            <a:xfrm>
              <a:off x="337717" y="3190740"/>
              <a:ext cx="914120" cy="1030530"/>
            </a:xfrm>
            <a:custGeom>
              <a:avLst/>
              <a:gdLst>
                <a:gd name="connsiteX0" fmla="*/ 375781 w 989556"/>
                <a:gd name="connsiteY0" fmla="*/ 1014608 h 1014608"/>
                <a:gd name="connsiteX1" fmla="*/ 62630 w 989556"/>
                <a:gd name="connsiteY1" fmla="*/ 889348 h 1014608"/>
                <a:gd name="connsiteX2" fmla="*/ 125260 w 989556"/>
                <a:gd name="connsiteY2" fmla="*/ 814192 h 1014608"/>
                <a:gd name="connsiteX3" fmla="*/ 0 w 989556"/>
                <a:gd name="connsiteY3" fmla="*/ 739036 h 1014608"/>
                <a:gd name="connsiteX4" fmla="*/ 112734 w 989556"/>
                <a:gd name="connsiteY4" fmla="*/ 638827 h 1014608"/>
                <a:gd name="connsiteX5" fmla="*/ 12526 w 989556"/>
                <a:gd name="connsiteY5" fmla="*/ 513567 h 1014608"/>
                <a:gd name="connsiteX6" fmla="*/ 100208 w 989556"/>
                <a:gd name="connsiteY6" fmla="*/ 400833 h 1014608"/>
                <a:gd name="connsiteX7" fmla="*/ 112734 w 989556"/>
                <a:gd name="connsiteY7" fmla="*/ 250521 h 1014608"/>
                <a:gd name="connsiteX8" fmla="*/ 212942 w 989556"/>
                <a:gd name="connsiteY8" fmla="*/ 275573 h 1014608"/>
                <a:gd name="connsiteX9" fmla="*/ 363255 w 989556"/>
                <a:gd name="connsiteY9" fmla="*/ 125260 h 1014608"/>
                <a:gd name="connsiteX10" fmla="*/ 438411 w 989556"/>
                <a:gd name="connsiteY10" fmla="*/ 263047 h 1014608"/>
                <a:gd name="connsiteX11" fmla="*/ 501041 w 989556"/>
                <a:gd name="connsiteY11" fmla="*/ 0 h 1014608"/>
                <a:gd name="connsiteX12" fmla="*/ 588723 w 989556"/>
                <a:gd name="connsiteY12" fmla="*/ 0 h 1014608"/>
                <a:gd name="connsiteX13" fmla="*/ 488515 w 989556"/>
                <a:gd name="connsiteY13" fmla="*/ 225469 h 1014608"/>
                <a:gd name="connsiteX14" fmla="*/ 563671 w 989556"/>
                <a:gd name="connsiteY14" fmla="*/ 225469 h 1014608"/>
                <a:gd name="connsiteX15" fmla="*/ 576197 w 989556"/>
                <a:gd name="connsiteY15" fmla="*/ 87682 h 1014608"/>
                <a:gd name="connsiteX16" fmla="*/ 601249 w 989556"/>
                <a:gd name="connsiteY16" fmla="*/ 212942 h 1014608"/>
                <a:gd name="connsiteX17" fmla="*/ 601249 w 989556"/>
                <a:gd name="connsiteY17" fmla="*/ 212942 h 1014608"/>
                <a:gd name="connsiteX18" fmla="*/ 713983 w 989556"/>
                <a:gd name="connsiteY18" fmla="*/ 175364 h 1014608"/>
                <a:gd name="connsiteX19" fmla="*/ 739035 w 989556"/>
                <a:gd name="connsiteY19" fmla="*/ 300625 h 1014608"/>
                <a:gd name="connsiteX20" fmla="*/ 814192 w 989556"/>
                <a:gd name="connsiteY20" fmla="*/ 300625 h 1014608"/>
                <a:gd name="connsiteX21" fmla="*/ 726509 w 989556"/>
                <a:gd name="connsiteY21" fmla="*/ 363255 h 1014608"/>
                <a:gd name="connsiteX22" fmla="*/ 989556 w 989556"/>
                <a:gd name="connsiteY22" fmla="*/ 350729 h 1014608"/>
                <a:gd name="connsiteX23" fmla="*/ 839244 w 989556"/>
                <a:gd name="connsiteY23" fmla="*/ 513567 h 1014608"/>
                <a:gd name="connsiteX24" fmla="*/ 839244 w 989556"/>
                <a:gd name="connsiteY24" fmla="*/ 513567 h 1014608"/>
                <a:gd name="connsiteX25" fmla="*/ 826718 w 989556"/>
                <a:gd name="connsiteY25" fmla="*/ 588723 h 1014608"/>
                <a:gd name="connsiteX26" fmla="*/ 839244 w 989556"/>
                <a:gd name="connsiteY26" fmla="*/ 701458 h 1014608"/>
                <a:gd name="connsiteX27" fmla="*/ 676405 w 989556"/>
                <a:gd name="connsiteY27" fmla="*/ 626301 h 1014608"/>
                <a:gd name="connsiteX28" fmla="*/ 789139 w 989556"/>
                <a:gd name="connsiteY28" fmla="*/ 789140 h 1014608"/>
                <a:gd name="connsiteX29" fmla="*/ 688931 w 989556"/>
                <a:gd name="connsiteY29" fmla="*/ 814192 h 1014608"/>
                <a:gd name="connsiteX30" fmla="*/ 801665 w 989556"/>
                <a:gd name="connsiteY30" fmla="*/ 914400 h 1014608"/>
                <a:gd name="connsiteX31" fmla="*/ 726509 w 989556"/>
                <a:gd name="connsiteY31" fmla="*/ 989556 h 1014608"/>
                <a:gd name="connsiteX32" fmla="*/ 613775 w 989556"/>
                <a:gd name="connsiteY32" fmla="*/ 977030 h 1014608"/>
                <a:gd name="connsiteX33" fmla="*/ 463463 w 989556"/>
                <a:gd name="connsiteY33" fmla="*/ 977030 h 1014608"/>
                <a:gd name="connsiteX34" fmla="*/ 375781 w 989556"/>
                <a:gd name="connsiteY34" fmla="*/ 1014608 h 1014608"/>
                <a:gd name="connsiteX0" fmla="*/ 375781 w 989556"/>
                <a:gd name="connsiteY0" fmla="*/ 1014608 h 1014608"/>
                <a:gd name="connsiteX1" fmla="*/ 62630 w 989556"/>
                <a:gd name="connsiteY1" fmla="*/ 889348 h 1014608"/>
                <a:gd name="connsiteX2" fmla="*/ 125260 w 989556"/>
                <a:gd name="connsiteY2" fmla="*/ 814192 h 1014608"/>
                <a:gd name="connsiteX3" fmla="*/ 0 w 989556"/>
                <a:gd name="connsiteY3" fmla="*/ 739036 h 1014608"/>
                <a:gd name="connsiteX4" fmla="*/ 112734 w 989556"/>
                <a:gd name="connsiteY4" fmla="*/ 638827 h 1014608"/>
                <a:gd name="connsiteX5" fmla="*/ 12526 w 989556"/>
                <a:gd name="connsiteY5" fmla="*/ 513567 h 1014608"/>
                <a:gd name="connsiteX6" fmla="*/ 100208 w 989556"/>
                <a:gd name="connsiteY6" fmla="*/ 400833 h 1014608"/>
                <a:gd name="connsiteX7" fmla="*/ 112734 w 989556"/>
                <a:gd name="connsiteY7" fmla="*/ 250521 h 1014608"/>
                <a:gd name="connsiteX8" fmla="*/ 212942 w 989556"/>
                <a:gd name="connsiteY8" fmla="*/ 275573 h 1014608"/>
                <a:gd name="connsiteX9" fmla="*/ 363255 w 989556"/>
                <a:gd name="connsiteY9" fmla="*/ 125260 h 1014608"/>
                <a:gd name="connsiteX10" fmla="*/ 438411 w 989556"/>
                <a:gd name="connsiteY10" fmla="*/ 263047 h 1014608"/>
                <a:gd name="connsiteX11" fmla="*/ 501041 w 989556"/>
                <a:gd name="connsiteY11" fmla="*/ 0 h 1014608"/>
                <a:gd name="connsiteX12" fmla="*/ 588723 w 989556"/>
                <a:gd name="connsiteY12" fmla="*/ 0 h 1014608"/>
                <a:gd name="connsiteX13" fmla="*/ 488515 w 989556"/>
                <a:gd name="connsiteY13" fmla="*/ 225469 h 1014608"/>
                <a:gd name="connsiteX14" fmla="*/ 563671 w 989556"/>
                <a:gd name="connsiteY14" fmla="*/ 225469 h 1014608"/>
                <a:gd name="connsiteX15" fmla="*/ 576197 w 989556"/>
                <a:gd name="connsiteY15" fmla="*/ 87682 h 1014608"/>
                <a:gd name="connsiteX16" fmla="*/ 601249 w 989556"/>
                <a:gd name="connsiteY16" fmla="*/ 212942 h 1014608"/>
                <a:gd name="connsiteX17" fmla="*/ 601249 w 989556"/>
                <a:gd name="connsiteY17" fmla="*/ 212942 h 1014608"/>
                <a:gd name="connsiteX18" fmla="*/ 713983 w 989556"/>
                <a:gd name="connsiteY18" fmla="*/ 175364 h 1014608"/>
                <a:gd name="connsiteX19" fmla="*/ 739035 w 989556"/>
                <a:gd name="connsiteY19" fmla="*/ 300625 h 1014608"/>
                <a:gd name="connsiteX20" fmla="*/ 814192 w 989556"/>
                <a:gd name="connsiteY20" fmla="*/ 300625 h 1014608"/>
                <a:gd name="connsiteX21" fmla="*/ 726509 w 989556"/>
                <a:gd name="connsiteY21" fmla="*/ 363255 h 1014608"/>
                <a:gd name="connsiteX22" fmla="*/ 989556 w 989556"/>
                <a:gd name="connsiteY22" fmla="*/ 350729 h 1014608"/>
                <a:gd name="connsiteX23" fmla="*/ 839244 w 989556"/>
                <a:gd name="connsiteY23" fmla="*/ 513567 h 1014608"/>
                <a:gd name="connsiteX24" fmla="*/ 839244 w 989556"/>
                <a:gd name="connsiteY24" fmla="*/ 513567 h 1014608"/>
                <a:gd name="connsiteX25" fmla="*/ 826718 w 989556"/>
                <a:gd name="connsiteY25" fmla="*/ 588723 h 1014608"/>
                <a:gd name="connsiteX26" fmla="*/ 839244 w 989556"/>
                <a:gd name="connsiteY26" fmla="*/ 701458 h 1014608"/>
                <a:gd name="connsiteX27" fmla="*/ 676405 w 989556"/>
                <a:gd name="connsiteY27" fmla="*/ 626301 h 1014608"/>
                <a:gd name="connsiteX28" fmla="*/ 789139 w 989556"/>
                <a:gd name="connsiteY28" fmla="*/ 789140 h 1014608"/>
                <a:gd name="connsiteX29" fmla="*/ 688931 w 989556"/>
                <a:gd name="connsiteY29" fmla="*/ 814192 h 1014608"/>
                <a:gd name="connsiteX30" fmla="*/ 801665 w 989556"/>
                <a:gd name="connsiteY30" fmla="*/ 914400 h 1014608"/>
                <a:gd name="connsiteX31" fmla="*/ 726509 w 989556"/>
                <a:gd name="connsiteY31" fmla="*/ 989556 h 1014608"/>
                <a:gd name="connsiteX32" fmla="*/ 613775 w 989556"/>
                <a:gd name="connsiteY32" fmla="*/ 977030 h 1014608"/>
                <a:gd name="connsiteX33" fmla="*/ 463463 w 989556"/>
                <a:gd name="connsiteY33" fmla="*/ 977030 h 1014608"/>
                <a:gd name="connsiteX34" fmla="*/ 375781 w 989556"/>
                <a:gd name="connsiteY34" fmla="*/ 1014608 h 1014608"/>
                <a:gd name="connsiteX0" fmla="*/ 375781 w 989556"/>
                <a:gd name="connsiteY0" fmla="*/ 1014608 h 1014608"/>
                <a:gd name="connsiteX1" fmla="*/ 62630 w 989556"/>
                <a:gd name="connsiteY1" fmla="*/ 889348 h 1014608"/>
                <a:gd name="connsiteX2" fmla="*/ 125260 w 989556"/>
                <a:gd name="connsiteY2" fmla="*/ 814192 h 1014608"/>
                <a:gd name="connsiteX3" fmla="*/ 0 w 989556"/>
                <a:gd name="connsiteY3" fmla="*/ 739036 h 1014608"/>
                <a:gd name="connsiteX4" fmla="*/ 112734 w 989556"/>
                <a:gd name="connsiteY4" fmla="*/ 638827 h 1014608"/>
                <a:gd name="connsiteX5" fmla="*/ 12526 w 989556"/>
                <a:gd name="connsiteY5" fmla="*/ 513567 h 1014608"/>
                <a:gd name="connsiteX6" fmla="*/ 100208 w 989556"/>
                <a:gd name="connsiteY6" fmla="*/ 400833 h 1014608"/>
                <a:gd name="connsiteX7" fmla="*/ 112734 w 989556"/>
                <a:gd name="connsiteY7" fmla="*/ 250521 h 1014608"/>
                <a:gd name="connsiteX8" fmla="*/ 212942 w 989556"/>
                <a:gd name="connsiteY8" fmla="*/ 275573 h 1014608"/>
                <a:gd name="connsiteX9" fmla="*/ 363255 w 989556"/>
                <a:gd name="connsiteY9" fmla="*/ 125260 h 1014608"/>
                <a:gd name="connsiteX10" fmla="*/ 438411 w 989556"/>
                <a:gd name="connsiteY10" fmla="*/ 263047 h 1014608"/>
                <a:gd name="connsiteX11" fmla="*/ 501041 w 989556"/>
                <a:gd name="connsiteY11" fmla="*/ 0 h 1014608"/>
                <a:gd name="connsiteX12" fmla="*/ 588723 w 989556"/>
                <a:gd name="connsiteY12" fmla="*/ 0 h 1014608"/>
                <a:gd name="connsiteX13" fmla="*/ 488515 w 989556"/>
                <a:gd name="connsiteY13" fmla="*/ 225469 h 1014608"/>
                <a:gd name="connsiteX14" fmla="*/ 563671 w 989556"/>
                <a:gd name="connsiteY14" fmla="*/ 225469 h 1014608"/>
                <a:gd name="connsiteX15" fmla="*/ 576197 w 989556"/>
                <a:gd name="connsiteY15" fmla="*/ 87682 h 1014608"/>
                <a:gd name="connsiteX16" fmla="*/ 601249 w 989556"/>
                <a:gd name="connsiteY16" fmla="*/ 212942 h 1014608"/>
                <a:gd name="connsiteX17" fmla="*/ 601249 w 989556"/>
                <a:gd name="connsiteY17" fmla="*/ 212942 h 1014608"/>
                <a:gd name="connsiteX18" fmla="*/ 713983 w 989556"/>
                <a:gd name="connsiteY18" fmla="*/ 175364 h 1014608"/>
                <a:gd name="connsiteX19" fmla="*/ 739035 w 989556"/>
                <a:gd name="connsiteY19" fmla="*/ 300625 h 1014608"/>
                <a:gd name="connsiteX20" fmla="*/ 814192 w 989556"/>
                <a:gd name="connsiteY20" fmla="*/ 300625 h 1014608"/>
                <a:gd name="connsiteX21" fmla="*/ 726509 w 989556"/>
                <a:gd name="connsiteY21" fmla="*/ 363255 h 1014608"/>
                <a:gd name="connsiteX22" fmla="*/ 989556 w 989556"/>
                <a:gd name="connsiteY22" fmla="*/ 350729 h 1014608"/>
                <a:gd name="connsiteX23" fmla="*/ 839244 w 989556"/>
                <a:gd name="connsiteY23" fmla="*/ 513567 h 1014608"/>
                <a:gd name="connsiteX24" fmla="*/ 839244 w 989556"/>
                <a:gd name="connsiteY24" fmla="*/ 513567 h 1014608"/>
                <a:gd name="connsiteX25" fmla="*/ 826718 w 989556"/>
                <a:gd name="connsiteY25" fmla="*/ 588723 h 1014608"/>
                <a:gd name="connsiteX26" fmla="*/ 839244 w 989556"/>
                <a:gd name="connsiteY26" fmla="*/ 701458 h 1014608"/>
                <a:gd name="connsiteX27" fmla="*/ 676405 w 989556"/>
                <a:gd name="connsiteY27" fmla="*/ 626301 h 1014608"/>
                <a:gd name="connsiteX28" fmla="*/ 789139 w 989556"/>
                <a:gd name="connsiteY28" fmla="*/ 789140 h 1014608"/>
                <a:gd name="connsiteX29" fmla="*/ 688931 w 989556"/>
                <a:gd name="connsiteY29" fmla="*/ 814192 h 1014608"/>
                <a:gd name="connsiteX30" fmla="*/ 801665 w 989556"/>
                <a:gd name="connsiteY30" fmla="*/ 914400 h 1014608"/>
                <a:gd name="connsiteX31" fmla="*/ 726509 w 989556"/>
                <a:gd name="connsiteY31" fmla="*/ 989556 h 1014608"/>
                <a:gd name="connsiteX32" fmla="*/ 613775 w 989556"/>
                <a:gd name="connsiteY32" fmla="*/ 977030 h 1014608"/>
                <a:gd name="connsiteX33" fmla="*/ 463463 w 989556"/>
                <a:gd name="connsiteY33" fmla="*/ 977030 h 1014608"/>
                <a:gd name="connsiteX34" fmla="*/ 375781 w 989556"/>
                <a:gd name="connsiteY34" fmla="*/ 1014608 h 1014608"/>
                <a:gd name="connsiteX0" fmla="*/ 375781 w 989556"/>
                <a:gd name="connsiteY0" fmla="*/ 1014608 h 1014608"/>
                <a:gd name="connsiteX1" fmla="*/ 62630 w 989556"/>
                <a:gd name="connsiteY1" fmla="*/ 889348 h 1014608"/>
                <a:gd name="connsiteX2" fmla="*/ 125260 w 989556"/>
                <a:gd name="connsiteY2" fmla="*/ 814192 h 1014608"/>
                <a:gd name="connsiteX3" fmla="*/ 0 w 989556"/>
                <a:gd name="connsiteY3" fmla="*/ 739036 h 1014608"/>
                <a:gd name="connsiteX4" fmla="*/ 112734 w 989556"/>
                <a:gd name="connsiteY4" fmla="*/ 638827 h 1014608"/>
                <a:gd name="connsiteX5" fmla="*/ 12526 w 989556"/>
                <a:gd name="connsiteY5" fmla="*/ 513567 h 1014608"/>
                <a:gd name="connsiteX6" fmla="*/ 100208 w 989556"/>
                <a:gd name="connsiteY6" fmla="*/ 400833 h 1014608"/>
                <a:gd name="connsiteX7" fmla="*/ 112734 w 989556"/>
                <a:gd name="connsiteY7" fmla="*/ 250521 h 1014608"/>
                <a:gd name="connsiteX8" fmla="*/ 212942 w 989556"/>
                <a:gd name="connsiteY8" fmla="*/ 275573 h 1014608"/>
                <a:gd name="connsiteX9" fmla="*/ 363255 w 989556"/>
                <a:gd name="connsiteY9" fmla="*/ 125260 h 1014608"/>
                <a:gd name="connsiteX10" fmla="*/ 438411 w 989556"/>
                <a:gd name="connsiteY10" fmla="*/ 263047 h 1014608"/>
                <a:gd name="connsiteX11" fmla="*/ 501041 w 989556"/>
                <a:gd name="connsiteY11" fmla="*/ 0 h 1014608"/>
                <a:gd name="connsiteX12" fmla="*/ 588723 w 989556"/>
                <a:gd name="connsiteY12" fmla="*/ 0 h 1014608"/>
                <a:gd name="connsiteX13" fmla="*/ 488515 w 989556"/>
                <a:gd name="connsiteY13" fmla="*/ 225469 h 1014608"/>
                <a:gd name="connsiteX14" fmla="*/ 563671 w 989556"/>
                <a:gd name="connsiteY14" fmla="*/ 225469 h 1014608"/>
                <a:gd name="connsiteX15" fmla="*/ 576197 w 989556"/>
                <a:gd name="connsiteY15" fmla="*/ 87682 h 1014608"/>
                <a:gd name="connsiteX16" fmla="*/ 601249 w 989556"/>
                <a:gd name="connsiteY16" fmla="*/ 212942 h 1014608"/>
                <a:gd name="connsiteX17" fmla="*/ 601249 w 989556"/>
                <a:gd name="connsiteY17" fmla="*/ 212942 h 1014608"/>
                <a:gd name="connsiteX18" fmla="*/ 713983 w 989556"/>
                <a:gd name="connsiteY18" fmla="*/ 175364 h 1014608"/>
                <a:gd name="connsiteX19" fmla="*/ 739035 w 989556"/>
                <a:gd name="connsiteY19" fmla="*/ 300625 h 1014608"/>
                <a:gd name="connsiteX20" fmla="*/ 814192 w 989556"/>
                <a:gd name="connsiteY20" fmla="*/ 300625 h 1014608"/>
                <a:gd name="connsiteX21" fmla="*/ 726509 w 989556"/>
                <a:gd name="connsiteY21" fmla="*/ 363255 h 1014608"/>
                <a:gd name="connsiteX22" fmla="*/ 989556 w 989556"/>
                <a:gd name="connsiteY22" fmla="*/ 350729 h 1014608"/>
                <a:gd name="connsiteX23" fmla="*/ 839244 w 989556"/>
                <a:gd name="connsiteY23" fmla="*/ 513567 h 1014608"/>
                <a:gd name="connsiteX24" fmla="*/ 839244 w 989556"/>
                <a:gd name="connsiteY24" fmla="*/ 513567 h 1014608"/>
                <a:gd name="connsiteX25" fmla="*/ 826718 w 989556"/>
                <a:gd name="connsiteY25" fmla="*/ 588723 h 1014608"/>
                <a:gd name="connsiteX26" fmla="*/ 839244 w 989556"/>
                <a:gd name="connsiteY26" fmla="*/ 701458 h 1014608"/>
                <a:gd name="connsiteX27" fmla="*/ 676405 w 989556"/>
                <a:gd name="connsiteY27" fmla="*/ 626301 h 1014608"/>
                <a:gd name="connsiteX28" fmla="*/ 789139 w 989556"/>
                <a:gd name="connsiteY28" fmla="*/ 789140 h 1014608"/>
                <a:gd name="connsiteX29" fmla="*/ 688931 w 989556"/>
                <a:gd name="connsiteY29" fmla="*/ 814192 h 1014608"/>
                <a:gd name="connsiteX30" fmla="*/ 801665 w 989556"/>
                <a:gd name="connsiteY30" fmla="*/ 914400 h 1014608"/>
                <a:gd name="connsiteX31" fmla="*/ 726509 w 989556"/>
                <a:gd name="connsiteY31" fmla="*/ 989556 h 1014608"/>
                <a:gd name="connsiteX32" fmla="*/ 613775 w 989556"/>
                <a:gd name="connsiteY32" fmla="*/ 977030 h 1014608"/>
                <a:gd name="connsiteX33" fmla="*/ 463463 w 989556"/>
                <a:gd name="connsiteY33" fmla="*/ 977030 h 1014608"/>
                <a:gd name="connsiteX34" fmla="*/ 375781 w 989556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676891 w 990042"/>
                <a:gd name="connsiteY27" fmla="*/ 626301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676891 w 990042"/>
                <a:gd name="connsiteY27" fmla="*/ 626301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676891 w 990042"/>
                <a:gd name="connsiteY27" fmla="*/ 626301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676891 w 990042"/>
                <a:gd name="connsiteY27" fmla="*/ 626301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676891 w 990042"/>
                <a:gd name="connsiteY27" fmla="*/ 626301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27204 w 990042"/>
                <a:gd name="connsiteY25" fmla="*/ 588723 h 1014608"/>
                <a:gd name="connsiteX26" fmla="*/ 839730 w 990042"/>
                <a:gd name="connsiteY26" fmla="*/ 701458 h 1014608"/>
                <a:gd name="connsiteX27" fmla="*/ 738275 w 990042"/>
                <a:gd name="connsiteY27" fmla="*/ 674984 h 1014608"/>
                <a:gd name="connsiteX28" fmla="*/ 789625 w 990042"/>
                <a:gd name="connsiteY28" fmla="*/ 789140 h 1014608"/>
                <a:gd name="connsiteX29" fmla="*/ 689417 w 990042"/>
                <a:gd name="connsiteY29" fmla="*/ 814192 h 1014608"/>
                <a:gd name="connsiteX30" fmla="*/ 802151 w 990042"/>
                <a:gd name="connsiteY30" fmla="*/ 914400 h 1014608"/>
                <a:gd name="connsiteX31" fmla="*/ 726995 w 990042"/>
                <a:gd name="connsiteY31" fmla="*/ 989556 h 1014608"/>
                <a:gd name="connsiteX32" fmla="*/ 614261 w 990042"/>
                <a:gd name="connsiteY32" fmla="*/ 977030 h 1014608"/>
                <a:gd name="connsiteX33" fmla="*/ 463949 w 990042"/>
                <a:gd name="connsiteY33" fmla="*/ 977030 h 1014608"/>
                <a:gd name="connsiteX34" fmla="*/ 376267 w 990042"/>
                <a:gd name="connsiteY34" fmla="*/ 1014608 h 1014608"/>
                <a:gd name="connsiteX0" fmla="*/ 376267 w 990042"/>
                <a:gd name="connsiteY0" fmla="*/ 1014608 h 1014608"/>
                <a:gd name="connsiteX1" fmla="*/ 63116 w 990042"/>
                <a:gd name="connsiteY1" fmla="*/ 889348 h 1014608"/>
                <a:gd name="connsiteX2" fmla="*/ 125746 w 990042"/>
                <a:gd name="connsiteY2" fmla="*/ 814192 h 1014608"/>
                <a:gd name="connsiteX3" fmla="*/ 486 w 990042"/>
                <a:gd name="connsiteY3" fmla="*/ 739036 h 1014608"/>
                <a:gd name="connsiteX4" fmla="*/ 113220 w 990042"/>
                <a:gd name="connsiteY4" fmla="*/ 638827 h 1014608"/>
                <a:gd name="connsiteX5" fmla="*/ 13012 w 990042"/>
                <a:gd name="connsiteY5" fmla="*/ 513567 h 1014608"/>
                <a:gd name="connsiteX6" fmla="*/ 100694 w 990042"/>
                <a:gd name="connsiteY6" fmla="*/ 400833 h 1014608"/>
                <a:gd name="connsiteX7" fmla="*/ 113220 w 990042"/>
                <a:gd name="connsiteY7" fmla="*/ 250521 h 1014608"/>
                <a:gd name="connsiteX8" fmla="*/ 213428 w 990042"/>
                <a:gd name="connsiteY8" fmla="*/ 275573 h 1014608"/>
                <a:gd name="connsiteX9" fmla="*/ 363741 w 990042"/>
                <a:gd name="connsiteY9" fmla="*/ 125260 h 1014608"/>
                <a:gd name="connsiteX10" fmla="*/ 438897 w 990042"/>
                <a:gd name="connsiteY10" fmla="*/ 263047 h 1014608"/>
                <a:gd name="connsiteX11" fmla="*/ 501527 w 990042"/>
                <a:gd name="connsiteY11" fmla="*/ 0 h 1014608"/>
                <a:gd name="connsiteX12" fmla="*/ 589209 w 990042"/>
                <a:gd name="connsiteY12" fmla="*/ 0 h 1014608"/>
                <a:gd name="connsiteX13" fmla="*/ 489001 w 990042"/>
                <a:gd name="connsiteY13" fmla="*/ 225469 h 1014608"/>
                <a:gd name="connsiteX14" fmla="*/ 564157 w 990042"/>
                <a:gd name="connsiteY14" fmla="*/ 225469 h 1014608"/>
                <a:gd name="connsiteX15" fmla="*/ 576683 w 990042"/>
                <a:gd name="connsiteY15" fmla="*/ 87682 h 1014608"/>
                <a:gd name="connsiteX16" fmla="*/ 601735 w 990042"/>
                <a:gd name="connsiteY16" fmla="*/ 212942 h 1014608"/>
                <a:gd name="connsiteX17" fmla="*/ 601735 w 990042"/>
                <a:gd name="connsiteY17" fmla="*/ 212942 h 1014608"/>
                <a:gd name="connsiteX18" fmla="*/ 714469 w 990042"/>
                <a:gd name="connsiteY18" fmla="*/ 175364 h 1014608"/>
                <a:gd name="connsiteX19" fmla="*/ 739521 w 990042"/>
                <a:gd name="connsiteY19" fmla="*/ 300625 h 1014608"/>
                <a:gd name="connsiteX20" fmla="*/ 814678 w 990042"/>
                <a:gd name="connsiteY20" fmla="*/ 300625 h 1014608"/>
                <a:gd name="connsiteX21" fmla="*/ 726995 w 990042"/>
                <a:gd name="connsiteY21" fmla="*/ 363255 h 1014608"/>
                <a:gd name="connsiteX22" fmla="*/ 990042 w 990042"/>
                <a:gd name="connsiteY22" fmla="*/ 350729 h 1014608"/>
                <a:gd name="connsiteX23" fmla="*/ 839730 w 990042"/>
                <a:gd name="connsiteY23" fmla="*/ 513567 h 1014608"/>
                <a:gd name="connsiteX24" fmla="*/ 839730 w 990042"/>
                <a:gd name="connsiteY24" fmla="*/ 513567 h 1014608"/>
                <a:gd name="connsiteX25" fmla="*/ 839730 w 990042"/>
                <a:gd name="connsiteY25" fmla="*/ 701458 h 1014608"/>
                <a:gd name="connsiteX26" fmla="*/ 738275 w 990042"/>
                <a:gd name="connsiteY26" fmla="*/ 674984 h 1014608"/>
                <a:gd name="connsiteX27" fmla="*/ 789625 w 990042"/>
                <a:gd name="connsiteY27" fmla="*/ 789140 h 1014608"/>
                <a:gd name="connsiteX28" fmla="*/ 689417 w 990042"/>
                <a:gd name="connsiteY28" fmla="*/ 814192 h 1014608"/>
                <a:gd name="connsiteX29" fmla="*/ 802151 w 990042"/>
                <a:gd name="connsiteY29" fmla="*/ 914400 h 1014608"/>
                <a:gd name="connsiteX30" fmla="*/ 726995 w 990042"/>
                <a:gd name="connsiteY30" fmla="*/ 989556 h 1014608"/>
                <a:gd name="connsiteX31" fmla="*/ 614261 w 990042"/>
                <a:gd name="connsiteY31" fmla="*/ 977030 h 1014608"/>
                <a:gd name="connsiteX32" fmla="*/ 463949 w 990042"/>
                <a:gd name="connsiteY32" fmla="*/ 977030 h 1014608"/>
                <a:gd name="connsiteX33" fmla="*/ 376267 w 990042"/>
                <a:gd name="connsiteY33" fmla="*/ 1014608 h 1014608"/>
                <a:gd name="connsiteX0" fmla="*/ 376267 w 995089"/>
                <a:gd name="connsiteY0" fmla="*/ 1014608 h 1014608"/>
                <a:gd name="connsiteX1" fmla="*/ 63116 w 995089"/>
                <a:gd name="connsiteY1" fmla="*/ 889348 h 1014608"/>
                <a:gd name="connsiteX2" fmla="*/ 125746 w 995089"/>
                <a:gd name="connsiteY2" fmla="*/ 814192 h 1014608"/>
                <a:gd name="connsiteX3" fmla="*/ 486 w 995089"/>
                <a:gd name="connsiteY3" fmla="*/ 739036 h 1014608"/>
                <a:gd name="connsiteX4" fmla="*/ 113220 w 995089"/>
                <a:gd name="connsiteY4" fmla="*/ 638827 h 1014608"/>
                <a:gd name="connsiteX5" fmla="*/ 13012 w 995089"/>
                <a:gd name="connsiteY5" fmla="*/ 513567 h 1014608"/>
                <a:gd name="connsiteX6" fmla="*/ 100694 w 995089"/>
                <a:gd name="connsiteY6" fmla="*/ 400833 h 1014608"/>
                <a:gd name="connsiteX7" fmla="*/ 113220 w 995089"/>
                <a:gd name="connsiteY7" fmla="*/ 250521 h 1014608"/>
                <a:gd name="connsiteX8" fmla="*/ 213428 w 995089"/>
                <a:gd name="connsiteY8" fmla="*/ 275573 h 1014608"/>
                <a:gd name="connsiteX9" fmla="*/ 363741 w 995089"/>
                <a:gd name="connsiteY9" fmla="*/ 125260 h 1014608"/>
                <a:gd name="connsiteX10" fmla="*/ 438897 w 995089"/>
                <a:gd name="connsiteY10" fmla="*/ 263047 h 1014608"/>
                <a:gd name="connsiteX11" fmla="*/ 501527 w 995089"/>
                <a:gd name="connsiteY11" fmla="*/ 0 h 1014608"/>
                <a:gd name="connsiteX12" fmla="*/ 589209 w 995089"/>
                <a:gd name="connsiteY12" fmla="*/ 0 h 1014608"/>
                <a:gd name="connsiteX13" fmla="*/ 489001 w 995089"/>
                <a:gd name="connsiteY13" fmla="*/ 225469 h 1014608"/>
                <a:gd name="connsiteX14" fmla="*/ 564157 w 995089"/>
                <a:gd name="connsiteY14" fmla="*/ 225469 h 1014608"/>
                <a:gd name="connsiteX15" fmla="*/ 576683 w 995089"/>
                <a:gd name="connsiteY15" fmla="*/ 87682 h 1014608"/>
                <a:gd name="connsiteX16" fmla="*/ 601735 w 995089"/>
                <a:gd name="connsiteY16" fmla="*/ 212942 h 1014608"/>
                <a:gd name="connsiteX17" fmla="*/ 601735 w 995089"/>
                <a:gd name="connsiteY17" fmla="*/ 212942 h 1014608"/>
                <a:gd name="connsiteX18" fmla="*/ 714469 w 995089"/>
                <a:gd name="connsiteY18" fmla="*/ 175364 h 1014608"/>
                <a:gd name="connsiteX19" fmla="*/ 739521 w 995089"/>
                <a:gd name="connsiteY19" fmla="*/ 300625 h 1014608"/>
                <a:gd name="connsiteX20" fmla="*/ 814678 w 995089"/>
                <a:gd name="connsiteY20" fmla="*/ 300625 h 1014608"/>
                <a:gd name="connsiteX21" fmla="*/ 726995 w 995089"/>
                <a:gd name="connsiteY21" fmla="*/ 363255 h 1014608"/>
                <a:gd name="connsiteX22" fmla="*/ 990042 w 995089"/>
                <a:gd name="connsiteY22" fmla="*/ 350729 h 1014608"/>
                <a:gd name="connsiteX23" fmla="*/ 839730 w 995089"/>
                <a:gd name="connsiteY23" fmla="*/ 513567 h 1014608"/>
                <a:gd name="connsiteX24" fmla="*/ 839730 w 995089"/>
                <a:gd name="connsiteY24" fmla="*/ 513567 h 1014608"/>
                <a:gd name="connsiteX25" fmla="*/ 839730 w 995089"/>
                <a:gd name="connsiteY25" fmla="*/ 701458 h 1014608"/>
                <a:gd name="connsiteX26" fmla="*/ 738275 w 995089"/>
                <a:gd name="connsiteY26" fmla="*/ 674984 h 1014608"/>
                <a:gd name="connsiteX27" fmla="*/ 789625 w 995089"/>
                <a:gd name="connsiteY27" fmla="*/ 789140 h 1014608"/>
                <a:gd name="connsiteX28" fmla="*/ 689417 w 995089"/>
                <a:gd name="connsiteY28" fmla="*/ 814192 h 1014608"/>
                <a:gd name="connsiteX29" fmla="*/ 802151 w 995089"/>
                <a:gd name="connsiteY29" fmla="*/ 914400 h 1014608"/>
                <a:gd name="connsiteX30" fmla="*/ 726995 w 995089"/>
                <a:gd name="connsiteY30" fmla="*/ 989556 h 1014608"/>
                <a:gd name="connsiteX31" fmla="*/ 614261 w 995089"/>
                <a:gd name="connsiteY31" fmla="*/ 977030 h 1014608"/>
                <a:gd name="connsiteX32" fmla="*/ 463949 w 995089"/>
                <a:gd name="connsiteY32" fmla="*/ 977030 h 1014608"/>
                <a:gd name="connsiteX33" fmla="*/ 376267 w 995089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14678 w 914120"/>
                <a:gd name="connsiteY20" fmla="*/ 3006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39730 w 914120"/>
                <a:gd name="connsiteY24" fmla="*/ 513567 h 1014608"/>
                <a:gd name="connsiteX25" fmla="*/ 839730 w 914120"/>
                <a:gd name="connsiteY25" fmla="*/ 7014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14678 w 914120"/>
                <a:gd name="connsiteY20" fmla="*/ 3006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39730 w 914120"/>
                <a:gd name="connsiteY24" fmla="*/ 513567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14678 w 914120"/>
                <a:gd name="connsiteY20" fmla="*/ 3006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03746 w 914120"/>
                <a:gd name="connsiteY24" fmla="*/ 555900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14678 w 914120"/>
                <a:gd name="connsiteY20" fmla="*/ 3006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03746 w 914120"/>
                <a:gd name="connsiteY24" fmla="*/ 555900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27378 w 914120"/>
                <a:gd name="connsiteY20" fmla="*/ 2879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03746 w 914120"/>
                <a:gd name="connsiteY24" fmla="*/ 555900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27378 w 914120"/>
                <a:gd name="connsiteY20" fmla="*/ 2879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03746 w 914120"/>
                <a:gd name="connsiteY24" fmla="*/ 555900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14608 h 1014608"/>
                <a:gd name="connsiteX1" fmla="*/ 63116 w 914120"/>
                <a:gd name="connsiteY1" fmla="*/ 889348 h 1014608"/>
                <a:gd name="connsiteX2" fmla="*/ 125746 w 914120"/>
                <a:gd name="connsiteY2" fmla="*/ 814192 h 1014608"/>
                <a:gd name="connsiteX3" fmla="*/ 486 w 914120"/>
                <a:gd name="connsiteY3" fmla="*/ 739036 h 1014608"/>
                <a:gd name="connsiteX4" fmla="*/ 113220 w 914120"/>
                <a:gd name="connsiteY4" fmla="*/ 638827 h 1014608"/>
                <a:gd name="connsiteX5" fmla="*/ 13012 w 914120"/>
                <a:gd name="connsiteY5" fmla="*/ 513567 h 1014608"/>
                <a:gd name="connsiteX6" fmla="*/ 100694 w 914120"/>
                <a:gd name="connsiteY6" fmla="*/ 400833 h 1014608"/>
                <a:gd name="connsiteX7" fmla="*/ 113220 w 914120"/>
                <a:gd name="connsiteY7" fmla="*/ 250521 h 1014608"/>
                <a:gd name="connsiteX8" fmla="*/ 213428 w 914120"/>
                <a:gd name="connsiteY8" fmla="*/ 275573 h 1014608"/>
                <a:gd name="connsiteX9" fmla="*/ 363741 w 914120"/>
                <a:gd name="connsiteY9" fmla="*/ 125260 h 1014608"/>
                <a:gd name="connsiteX10" fmla="*/ 438897 w 914120"/>
                <a:gd name="connsiteY10" fmla="*/ 263047 h 1014608"/>
                <a:gd name="connsiteX11" fmla="*/ 501527 w 914120"/>
                <a:gd name="connsiteY11" fmla="*/ 0 h 1014608"/>
                <a:gd name="connsiteX12" fmla="*/ 589209 w 914120"/>
                <a:gd name="connsiteY12" fmla="*/ 0 h 1014608"/>
                <a:gd name="connsiteX13" fmla="*/ 489001 w 914120"/>
                <a:gd name="connsiteY13" fmla="*/ 225469 h 1014608"/>
                <a:gd name="connsiteX14" fmla="*/ 564157 w 914120"/>
                <a:gd name="connsiteY14" fmla="*/ 225469 h 1014608"/>
                <a:gd name="connsiteX15" fmla="*/ 576683 w 914120"/>
                <a:gd name="connsiteY15" fmla="*/ 87682 h 1014608"/>
                <a:gd name="connsiteX16" fmla="*/ 601735 w 914120"/>
                <a:gd name="connsiteY16" fmla="*/ 212942 h 1014608"/>
                <a:gd name="connsiteX17" fmla="*/ 601735 w 914120"/>
                <a:gd name="connsiteY17" fmla="*/ 212942 h 1014608"/>
                <a:gd name="connsiteX18" fmla="*/ 714469 w 914120"/>
                <a:gd name="connsiteY18" fmla="*/ 175364 h 1014608"/>
                <a:gd name="connsiteX19" fmla="*/ 739521 w 914120"/>
                <a:gd name="connsiteY19" fmla="*/ 300625 h 1014608"/>
                <a:gd name="connsiteX20" fmla="*/ 827378 w 914120"/>
                <a:gd name="connsiteY20" fmla="*/ 287925 h 1014608"/>
                <a:gd name="connsiteX21" fmla="*/ 726995 w 914120"/>
                <a:gd name="connsiteY21" fmla="*/ 363255 h 1014608"/>
                <a:gd name="connsiteX22" fmla="*/ 903259 w 914120"/>
                <a:gd name="connsiteY22" fmla="*/ 388829 h 1014608"/>
                <a:gd name="connsiteX23" fmla="*/ 839730 w 914120"/>
                <a:gd name="connsiteY23" fmla="*/ 513567 h 1014608"/>
                <a:gd name="connsiteX24" fmla="*/ 803746 w 914120"/>
                <a:gd name="connsiteY24" fmla="*/ 555900 h 1014608"/>
                <a:gd name="connsiteX25" fmla="*/ 913814 w 914120"/>
                <a:gd name="connsiteY25" fmla="*/ 625258 h 1014608"/>
                <a:gd name="connsiteX26" fmla="*/ 738275 w 914120"/>
                <a:gd name="connsiteY26" fmla="*/ 674984 h 1014608"/>
                <a:gd name="connsiteX27" fmla="*/ 789625 w 914120"/>
                <a:gd name="connsiteY27" fmla="*/ 789140 h 1014608"/>
                <a:gd name="connsiteX28" fmla="*/ 689417 w 914120"/>
                <a:gd name="connsiteY28" fmla="*/ 814192 h 1014608"/>
                <a:gd name="connsiteX29" fmla="*/ 802151 w 914120"/>
                <a:gd name="connsiteY29" fmla="*/ 914400 h 1014608"/>
                <a:gd name="connsiteX30" fmla="*/ 726995 w 914120"/>
                <a:gd name="connsiteY30" fmla="*/ 989556 h 1014608"/>
                <a:gd name="connsiteX31" fmla="*/ 614261 w 914120"/>
                <a:gd name="connsiteY31" fmla="*/ 977030 h 1014608"/>
                <a:gd name="connsiteX32" fmla="*/ 463949 w 914120"/>
                <a:gd name="connsiteY32" fmla="*/ 977030 h 1014608"/>
                <a:gd name="connsiteX33" fmla="*/ 376267 w 914120"/>
                <a:gd name="connsiteY33" fmla="*/ 1014608 h 1014608"/>
                <a:gd name="connsiteX0" fmla="*/ 376267 w 914120"/>
                <a:gd name="connsiteY0" fmla="*/ 1031077 h 1031077"/>
                <a:gd name="connsiteX1" fmla="*/ 63116 w 914120"/>
                <a:gd name="connsiteY1" fmla="*/ 905817 h 1031077"/>
                <a:gd name="connsiteX2" fmla="*/ 125746 w 914120"/>
                <a:gd name="connsiteY2" fmla="*/ 830661 h 1031077"/>
                <a:gd name="connsiteX3" fmla="*/ 486 w 914120"/>
                <a:gd name="connsiteY3" fmla="*/ 755505 h 1031077"/>
                <a:gd name="connsiteX4" fmla="*/ 113220 w 914120"/>
                <a:gd name="connsiteY4" fmla="*/ 655296 h 1031077"/>
                <a:gd name="connsiteX5" fmla="*/ 13012 w 914120"/>
                <a:gd name="connsiteY5" fmla="*/ 530036 h 1031077"/>
                <a:gd name="connsiteX6" fmla="*/ 100694 w 914120"/>
                <a:gd name="connsiteY6" fmla="*/ 417302 h 1031077"/>
                <a:gd name="connsiteX7" fmla="*/ 113220 w 914120"/>
                <a:gd name="connsiteY7" fmla="*/ 266990 h 1031077"/>
                <a:gd name="connsiteX8" fmla="*/ 213428 w 914120"/>
                <a:gd name="connsiteY8" fmla="*/ 292042 h 1031077"/>
                <a:gd name="connsiteX9" fmla="*/ 363741 w 914120"/>
                <a:gd name="connsiteY9" fmla="*/ 141729 h 1031077"/>
                <a:gd name="connsiteX10" fmla="*/ 438897 w 914120"/>
                <a:gd name="connsiteY10" fmla="*/ 279516 h 1031077"/>
                <a:gd name="connsiteX11" fmla="*/ 501527 w 914120"/>
                <a:gd name="connsiteY11" fmla="*/ 16469 h 1031077"/>
                <a:gd name="connsiteX12" fmla="*/ 589209 w 914120"/>
                <a:gd name="connsiteY12" fmla="*/ 16469 h 1031077"/>
                <a:gd name="connsiteX13" fmla="*/ 489001 w 914120"/>
                <a:gd name="connsiteY13" fmla="*/ 241938 h 1031077"/>
                <a:gd name="connsiteX14" fmla="*/ 564157 w 914120"/>
                <a:gd name="connsiteY14" fmla="*/ 241938 h 1031077"/>
                <a:gd name="connsiteX15" fmla="*/ 576683 w 914120"/>
                <a:gd name="connsiteY15" fmla="*/ 104151 h 1031077"/>
                <a:gd name="connsiteX16" fmla="*/ 601735 w 914120"/>
                <a:gd name="connsiteY16" fmla="*/ 229411 h 1031077"/>
                <a:gd name="connsiteX17" fmla="*/ 601735 w 914120"/>
                <a:gd name="connsiteY17" fmla="*/ 229411 h 1031077"/>
                <a:gd name="connsiteX18" fmla="*/ 714469 w 914120"/>
                <a:gd name="connsiteY18" fmla="*/ 191833 h 1031077"/>
                <a:gd name="connsiteX19" fmla="*/ 739521 w 914120"/>
                <a:gd name="connsiteY19" fmla="*/ 317094 h 1031077"/>
                <a:gd name="connsiteX20" fmla="*/ 827378 w 914120"/>
                <a:gd name="connsiteY20" fmla="*/ 304394 h 1031077"/>
                <a:gd name="connsiteX21" fmla="*/ 726995 w 914120"/>
                <a:gd name="connsiteY21" fmla="*/ 379724 h 1031077"/>
                <a:gd name="connsiteX22" fmla="*/ 903259 w 914120"/>
                <a:gd name="connsiteY22" fmla="*/ 405298 h 1031077"/>
                <a:gd name="connsiteX23" fmla="*/ 839730 w 914120"/>
                <a:gd name="connsiteY23" fmla="*/ 530036 h 1031077"/>
                <a:gd name="connsiteX24" fmla="*/ 803746 w 914120"/>
                <a:gd name="connsiteY24" fmla="*/ 572369 h 1031077"/>
                <a:gd name="connsiteX25" fmla="*/ 913814 w 914120"/>
                <a:gd name="connsiteY25" fmla="*/ 641727 h 1031077"/>
                <a:gd name="connsiteX26" fmla="*/ 738275 w 914120"/>
                <a:gd name="connsiteY26" fmla="*/ 691453 h 1031077"/>
                <a:gd name="connsiteX27" fmla="*/ 789625 w 914120"/>
                <a:gd name="connsiteY27" fmla="*/ 805609 h 1031077"/>
                <a:gd name="connsiteX28" fmla="*/ 689417 w 914120"/>
                <a:gd name="connsiteY28" fmla="*/ 830661 h 1031077"/>
                <a:gd name="connsiteX29" fmla="*/ 802151 w 914120"/>
                <a:gd name="connsiteY29" fmla="*/ 930869 h 1031077"/>
                <a:gd name="connsiteX30" fmla="*/ 726995 w 914120"/>
                <a:gd name="connsiteY30" fmla="*/ 1006025 h 1031077"/>
                <a:gd name="connsiteX31" fmla="*/ 614261 w 914120"/>
                <a:gd name="connsiteY31" fmla="*/ 993499 h 1031077"/>
                <a:gd name="connsiteX32" fmla="*/ 463949 w 914120"/>
                <a:gd name="connsiteY32" fmla="*/ 993499 h 1031077"/>
                <a:gd name="connsiteX33" fmla="*/ 376267 w 914120"/>
                <a:gd name="connsiteY33" fmla="*/ 1031077 h 1031077"/>
                <a:gd name="connsiteX0" fmla="*/ 376267 w 914120"/>
                <a:gd name="connsiteY0" fmla="*/ 1037522 h 1037522"/>
                <a:gd name="connsiteX1" fmla="*/ 63116 w 914120"/>
                <a:gd name="connsiteY1" fmla="*/ 912262 h 1037522"/>
                <a:gd name="connsiteX2" fmla="*/ 125746 w 914120"/>
                <a:gd name="connsiteY2" fmla="*/ 837106 h 1037522"/>
                <a:gd name="connsiteX3" fmla="*/ 486 w 914120"/>
                <a:gd name="connsiteY3" fmla="*/ 761950 h 1037522"/>
                <a:gd name="connsiteX4" fmla="*/ 113220 w 914120"/>
                <a:gd name="connsiteY4" fmla="*/ 661741 h 1037522"/>
                <a:gd name="connsiteX5" fmla="*/ 13012 w 914120"/>
                <a:gd name="connsiteY5" fmla="*/ 536481 h 1037522"/>
                <a:gd name="connsiteX6" fmla="*/ 100694 w 914120"/>
                <a:gd name="connsiteY6" fmla="*/ 423747 h 1037522"/>
                <a:gd name="connsiteX7" fmla="*/ 113220 w 914120"/>
                <a:gd name="connsiteY7" fmla="*/ 273435 h 1037522"/>
                <a:gd name="connsiteX8" fmla="*/ 213428 w 914120"/>
                <a:gd name="connsiteY8" fmla="*/ 298487 h 1037522"/>
                <a:gd name="connsiteX9" fmla="*/ 363741 w 914120"/>
                <a:gd name="connsiteY9" fmla="*/ 148174 h 1037522"/>
                <a:gd name="connsiteX10" fmla="*/ 438897 w 914120"/>
                <a:gd name="connsiteY10" fmla="*/ 285961 h 1037522"/>
                <a:gd name="connsiteX11" fmla="*/ 501527 w 914120"/>
                <a:gd name="connsiteY11" fmla="*/ 22914 h 1037522"/>
                <a:gd name="connsiteX12" fmla="*/ 589209 w 914120"/>
                <a:gd name="connsiteY12" fmla="*/ 22914 h 1037522"/>
                <a:gd name="connsiteX13" fmla="*/ 489001 w 914120"/>
                <a:gd name="connsiteY13" fmla="*/ 248383 h 1037522"/>
                <a:gd name="connsiteX14" fmla="*/ 564157 w 914120"/>
                <a:gd name="connsiteY14" fmla="*/ 248383 h 1037522"/>
                <a:gd name="connsiteX15" fmla="*/ 576683 w 914120"/>
                <a:gd name="connsiteY15" fmla="*/ 110596 h 1037522"/>
                <a:gd name="connsiteX16" fmla="*/ 601735 w 914120"/>
                <a:gd name="connsiteY16" fmla="*/ 235856 h 1037522"/>
                <a:gd name="connsiteX17" fmla="*/ 601735 w 914120"/>
                <a:gd name="connsiteY17" fmla="*/ 235856 h 1037522"/>
                <a:gd name="connsiteX18" fmla="*/ 714469 w 914120"/>
                <a:gd name="connsiteY18" fmla="*/ 198278 h 1037522"/>
                <a:gd name="connsiteX19" fmla="*/ 739521 w 914120"/>
                <a:gd name="connsiteY19" fmla="*/ 323539 h 1037522"/>
                <a:gd name="connsiteX20" fmla="*/ 827378 w 914120"/>
                <a:gd name="connsiteY20" fmla="*/ 310839 h 1037522"/>
                <a:gd name="connsiteX21" fmla="*/ 726995 w 914120"/>
                <a:gd name="connsiteY21" fmla="*/ 386169 h 1037522"/>
                <a:gd name="connsiteX22" fmla="*/ 903259 w 914120"/>
                <a:gd name="connsiteY22" fmla="*/ 411743 h 1037522"/>
                <a:gd name="connsiteX23" fmla="*/ 839730 w 914120"/>
                <a:gd name="connsiteY23" fmla="*/ 536481 h 1037522"/>
                <a:gd name="connsiteX24" fmla="*/ 803746 w 914120"/>
                <a:gd name="connsiteY24" fmla="*/ 578814 h 1037522"/>
                <a:gd name="connsiteX25" fmla="*/ 913814 w 914120"/>
                <a:gd name="connsiteY25" fmla="*/ 648172 h 1037522"/>
                <a:gd name="connsiteX26" fmla="*/ 738275 w 914120"/>
                <a:gd name="connsiteY26" fmla="*/ 697898 h 1037522"/>
                <a:gd name="connsiteX27" fmla="*/ 789625 w 914120"/>
                <a:gd name="connsiteY27" fmla="*/ 812054 h 1037522"/>
                <a:gd name="connsiteX28" fmla="*/ 689417 w 914120"/>
                <a:gd name="connsiteY28" fmla="*/ 837106 h 1037522"/>
                <a:gd name="connsiteX29" fmla="*/ 802151 w 914120"/>
                <a:gd name="connsiteY29" fmla="*/ 937314 h 1037522"/>
                <a:gd name="connsiteX30" fmla="*/ 726995 w 914120"/>
                <a:gd name="connsiteY30" fmla="*/ 1012470 h 1037522"/>
                <a:gd name="connsiteX31" fmla="*/ 614261 w 914120"/>
                <a:gd name="connsiteY31" fmla="*/ 999944 h 1037522"/>
                <a:gd name="connsiteX32" fmla="*/ 463949 w 914120"/>
                <a:gd name="connsiteY32" fmla="*/ 999944 h 1037522"/>
                <a:gd name="connsiteX33" fmla="*/ 376267 w 914120"/>
                <a:gd name="connsiteY33" fmla="*/ 1037522 h 1037522"/>
                <a:gd name="connsiteX0" fmla="*/ 376267 w 914120"/>
                <a:gd name="connsiteY0" fmla="*/ 1030530 h 1030530"/>
                <a:gd name="connsiteX1" fmla="*/ 63116 w 914120"/>
                <a:gd name="connsiteY1" fmla="*/ 905270 h 1030530"/>
                <a:gd name="connsiteX2" fmla="*/ 125746 w 914120"/>
                <a:gd name="connsiteY2" fmla="*/ 830114 h 1030530"/>
                <a:gd name="connsiteX3" fmla="*/ 486 w 914120"/>
                <a:gd name="connsiteY3" fmla="*/ 754958 h 1030530"/>
                <a:gd name="connsiteX4" fmla="*/ 113220 w 914120"/>
                <a:gd name="connsiteY4" fmla="*/ 654749 h 1030530"/>
                <a:gd name="connsiteX5" fmla="*/ 13012 w 914120"/>
                <a:gd name="connsiteY5" fmla="*/ 529489 h 1030530"/>
                <a:gd name="connsiteX6" fmla="*/ 100694 w 914120"/>
                <a:gd name="connsiteY6" fmla="*/ 416755 h 1030530"/>
                <a:gd name="connsiteX7" fmla="*/ 113220 w 914120"/>
                <a:gd name="connsiteY7" fmla="*/ 266443 h 1030530"/>
                <a:gd name="connsiteX8" fmla="*/ 213428 w 914120"/>
                <a:gd name="connsiteY8" fmla="*/ 291495 h 1030530"/>
                <a:gd name="connsiteX9" fmla="*/ 363741 w 914120"/>
                <a:gd name="connsiteY9" fmla="*/ 141182 h 1030530"/>
                <a:gd name="connsiteX10" fmla="*/ 438897 w 914120"/>
                <a:gd name="connsiteY10" fmla="*/ 278969 h 1030530"/>
                <a:gd name="connsiteX11" fmla="*/ 501527 w 914120"/>
                <a:gd name="connsiteY11" fmla="*/ 15922 h 1030530"/>
                <a:gd name="connsiteX12" fmla="*/ 553226 w 914120"/>
                <a:gd name="connsiteY12" fmla="*/ 51905 h 1030530"/>
                <a:gd name="connsiteX13" fmla="*/ 489001 w 914120"/>
                <a:gd name="connsiteY13" fmla="*/ 241391 h 1030530"/>
                <a:gd name="connsiteX14" fmla="*/ 564157 w 914120"/>
                <a:gd name="connsiteY14" fmla="*/ 241391 h 1030530"/>
                <a:gd name="connsiteX15" fmla="*/ 576683 w 914120"/>
                <a:gd name="connsiteY15" fmla="*/ 103604 h 1030530"/>
                <a:gd name="connsiteX16" fmla="*/ 601735 w 914120"/>
                <a:gd name="connsiteY16" fmla="*/ 228864 h 1030530"/>
                <a:gd name="connsiteX17" fmla="*/ 601735 w 914120"/>
                <a:gd name="connsiteY17" fmla="*/ 228864 h 1030530"/>
                <a:gd name="connsiteX18" fmla="*/ 714469 w 914120"/>
                <a:gd name="connsiteY18" fmla="*/ 191286 h 1030530"/>
                <a:gd name="connsiteX19" fmla="*/ 739521 w 914120"/>
                <a:gd name="connsiteY19" fmla="*/ 316547 h 1030530"/>
                <a:gd name="connsiteX20" fmla="*/ 827378 w 914120"/>
                <a:gd name="connsiteY20" fmla="*/ 303847 h 1030530"/>
                <a:gd name="connsiteX21" fmla="*/ 726995 w 914120"/>
                <a:gd name="connsiteY21" fmla="*/ 379177 h 1030530"/>
                <a:gd name="connsiteX22" fmla="*/ 903259 w 914120"/>
                <a:gd name="connsiteY22" fmla="*/ 404751 h 1030530"/>
                <a:gd name="connsiteX23" fmla="*/ 839730 w 914120"/>
                <a:gd name="connsiteY23" fmla="*/ 529489 h 1030530"/>
                <a:gd name="connsiteX24" fmla="*/ 803746 w 914120"/>
                <a:gd name="connsiteY24" fmla="*/ 571822 h 1030530"/>
                <a:gd name="connsiteX25" fmla="*/ 913814 w 914120"/>
                <a:gd name="connsiteY25" fmla="*/ 641180 h 1030530"/>
                <a:gd name="connsiteX26" fmla="*/ 738275 w 914120"/>
                <a:gd name="connsiteY26" fmla="*/ 690906 h 1030530"/>
                <a:gd name="connsiteX27" fmla="*/ 789625 w 914120"/>
                <a:gd name="connsiteY27" fmla="*/ 805062 h 1030530"/>
                <a:gd name="connsiteX28" fmla="*/ 689417 w 914120"/>
                <a:gd name="connsiteY28" fmla="*/ 830114 h 1030530"/>
                <a:gd name="connsiteX29" fmla="*/ 802151 w 914120"/>
                <a:gd name="connsiteY29" fmla="*/ 930322 h 1030530"/>
                <a:gd name="connsiteX30" fmla="*/ 726995 w 914120"/>
                <a:gd name="connsiteY30" fmla="*/ 1005478 h 1030530"/>
                <a:gd name="connsiteX31" fmla="*/ 614261 w 914120"/>
                <a:gd name="connsiteY31" fmla="*/ 992952 h 1030530"/>
                <a:gd name="connsiteX32" fmla="*/ 463949 w 914120"/>
                <a:gd name="connsiteY32" fmla="*/ 992952 h 1030530"/>
                <a:gd name="connsiteX33" fmla="*/ 376267 w 914120"/>
                <a:gd name="connsiteY33" fmla="*/ 1030530 h 1030530"/>
                <a:gd name="connsiteX0" fmla="*/ 376267 w 914120"/>
                <a:gd name="connsiteY0" fmla="*/ 1030530 h 1030530"/>
                <a:gd name="connsiteX1" fmla="*/ 63116 w 914120"/>
                <a:gd name="connsiteY1" fmla="*/ 905270 h 1030530"/>
                <a:gd name="connsiteX2" fmla="*/ 125746 w 914120"/>
                <a:gd name="connsiteY2" fmla="*/ 830114 h 1030530"/>
                <a:gd name="connsiteX3" fmla="*/ 486 w 914120"/>
                <a:gd name="connsiteY3" fmla="*/ 754958 h 1030530"/>
                <a:gd name="connsiteX4" fmla="*/ 113220 w 914120"/>
                <a:gd name="connsiteY4" fmla="*/ 654749 h 1030530"/>
                <a:gd name="connsiteX5" fmla="*/ 13012 w 914120"/>
                <a:gd name="connsiteY5" fmla="*/ 529489 h 1030530"/>
                <a:gd name="connsiteX6" fmla="*/ 100694 w 914120"/>
                <a:gd name="connsiteY6" fmla="*/ 416755 h 1030530"/>
                <a:gd name="connsiteX7" fmla="*/ 113220 w 914120"/>
                <a:gd name="connsiteY7" fmla="*/ 266443 h 1030530"/>
                <a:gd name="connsiteX8" fmla="*/ 213428 w 914120"/>
                <a:gd name="connsiteY8" fmla="*/ 291495 h 1030530"/>
                <a:gd name="connsiteX9" fmla="*/ 363741 w 914120"/>
                <a:gd name="connsiteY9" fmla="*/ 141182 h 1030530"/>
                <a:gd name="connsiteX10" fmla="*/ 438897 w 914120"/>
                <a:gd name="connsiteY10" fmla="*/ 278969 h 1030530"/>
                <a:gd name="connsiteX11" fmla="*/ 501527 w 914120"/>
                <a:gd name="connsiteY11" fmla="*/ 15922 h 1030530"/>
                <a:gd name="connsiteX12" fmla="*/ 553226 w 914120"/>
                <a:gd name="connsiteY12" fmla="*/ 51905 h 1030530"/>
                <a:gd name="connsiteX13" fmla="*/ 489001 w 914120"/>
                <a:gd name="connsiteY13" fmla="*/ 241391 h 1030530"/>
                <a:gd name="connsiteX14" fmla="*/ 564157 w 914120"/>
                <a:gd name="connsiteY14" fmla="*/ 241391 h 1030530"/>
                <a:gd name="connsiteX15" fmla="*/ 576683 w 914120"/>
                <a:gd name="connsiteY15" fmla="*/ 103604 h 1030530"/>
                <a:gd name="connsiteX16" fmla="*/ 601735 w 914120"/>
                <a:gd name="connsiteY16" fmla="*/ 228864 h 1030530"/>
                <a:gd name="connsiteX17" fmla="*/ 601735 w 914120"/>
                <a:gd name="connsiteY17" fmla="*/ 228864 h 1030530"/>
                <a:gd name="connsiteX18" fmla="*/ 714469 w 914120"/>
                <a:gd name="connsiteY18" fmla="*/ 191286 h 1030530"/>
                <a:gd name="connsiteX19" fmla="*/ 739521 w 914120"/>
                <a:gd name="connsiteY19" fmla="*/ 316547 h 1030530"/>
                <a:gd name="connsiteX20" fmla="*/ 827378 w 914120"/>
                <a:gd name="connsiteY20" fmla="*/ 303847 h 1030530"/>
                <a:gd name="connsiteX21" fmla="*/ 726995 w 914120"/>
                <a:gd name="connsiteY21" fmla="*/ 379177 h 1030530"/>
                <a:gd name="connsiteX22" fmla="*/ 903259 w 914120"/>
                <a:gd name="connsiteY22" fmla="*/ 404751 h 1030530"/>
                <a:gd name="connsiteX23" fmla="*/ 839730 w 914120"/>
                <a:gd name="connsiteY23" fmla="*/ 529489 h 1030530"/>
                <a:gd name="connsiteX24" fmla="*/ 803746 w 914120"/>
                <a:gd name="connsiteY24" fmla="*/ 571822 h 1030530"/>
                <a:gd name="connsiteX25" fmla="*/ 913814 w 914120"/>
                <a:gd name="connsiteY25" fmla="*/ 641180 h 1030530"/>
                <a:gd name="connsiteX26" fmla="*/ 738275 w 914120"/>
                <a:gd name="connsiteY26" fmla="*/ 690906 h 1030530"/>
                <a:gd name="connsiteX27" fmla="*/ 789625 w 914120"/>
                <a:gd name="connsiteY27" fmla="*/ 805062 h 1030530"/>
                <a:gd name="connsiteX28" fmla="*/ 689417 w 914120"/>
                <a:gd name="connsiteY28" fmla="*/ 830114 h 1030530"/>
                <a:gd name="connsiteX29" fmla="*/ 802151 w 914120"/>
                <a:gd name="connsiteY29" fmla="*/ 930322 h 1030530"/>
                <a:gd name="connsiteX30" fmla="*/ 726995 w 914120"/>
                <a:gd name="connsiteY30" fmla="*/ 1005478 h 1030530"/>
                <a:gd name="connsiteX31" fmla="*/ 614261 w 914120"/>
                <a:gd name="connsiteY31" fmla="*/ 992952 h 1030530"/>
                <a:gd name="connsiteX32" fmla="*/ 463949 w 914120"/>
                <a:gd name="connsiteY32" fmla="*/ 992952 h 1030530"/>
                <a:gd name="connsiteX33" fmla="*/ 376267 w 914120"/>
                <a:gd name="connsiteY33" fmla="*/ 1030530 h 10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914120" h="1030530">
                  <a:moveTo>
                    <a:pt x="376267" y="1030530"/>
                  </a:moveTo>
                  <a:cubicBezTo>
                    <a:pt x="271883" y="988777"/>
                    <a:pt x="78223" y="943022"/>
                    <a:pt x="63116" y="905270"/>
                  </a:cubicBezTo>
                  <a:cubicBezTo>
                    <a:pt x="48009" y="867518"/>
                    <a:pt x="104869" y="855166"/>
                    <a:pt x="125746" y="830114"/>
                  </a:cubicBezTo>
                  <a:cubicBezTo>
                    <a:pt x="83993" y="805062"/>
                    <a:pt x="-7459" y="828577"/>
                    <a:pt x="486" y="754958"/>
                  </a:cubicBezTo>
                  <a:cubicBezTo>
                    <a:pt x="8431" y="681339"/>
                    <a:pt x="75642" y="688152"/>
                    <a:pt x="113220" y="654749"/>
                  </a:cubicBezTo>
                  <a:cubicBezTo>
                    <a:pt x="79817" y="612996"/>
                    <a:pt x="7068" y="584001"/>
                    <a:pt x="13012" y="529489"/>
                  </a:cubicBezTo>
                  <a:cubicBezTo>
                    <a:pt x="18956" y="474977"/>
                    <a:pt x="71467" y="454333"/>
                    <a:pt x="100694" y="416755"/>
                  </a:cubicBezTo>
                  <a:cubicBezTo>
                    <a:pt x="104869" y="366651"/>
                    <a:pt x="71350" y="287725"/>
                    <a:pt x="113220" y="266443"/>
                  </a:cubicBezTo>
                  <a:cubicBezTo>
                    <a:pt x="155090" y="245161"/>
                    <a:pt x="180025" y="283144"/>
                    <a:pt x="213428" y="291495"/>
                  </a:cubicBezTo>
                  <a:cubicBezTo>
                    <a:pt x="263532" y="241391"/>
                    <a:pt x="281887" y="161653"/>
                    <a:pt x="363741" y="141182"/>
                  </a:cubicBezTo>
                  <a:cubicBezTo>
                    <a:pt x="445595" y="120711"/>
                    <a:pt x="413845" y="233040"/>
                    <a:pt x="438897" y="278969"/>
                  </a:cubicBezTo>
                  <a:cubicBezTo>
                    <a:pt x="459774" y="191287"/>
                    <a:pt x="482472" y="53766"/>
                    <a:pt x="501527" y="15922"/>
                  </a:cubicBezTo>
                  <a:cubicBezTo>
                    <a:pt x="520582" y="-21922"/>
                    <a:pt x="531596" y="14849"/>
                    <a:pt x="553226" y="51905"/>
                  </a:cubicBezTo>
                  <a:cubicBezTo>
                    <a:pt x="574856" y="88961"/>
                    <a:pt x="522404" y="166235"/>
                    <a:pt x="489001" y="241391"/>
                  </a:cubicBezTo>
                  <a:lnTo>
                    <a:pt x="564157" y="241391"/>
                  </a:lnTo>
                  <a:cubicBezTo>
                    <a:pt x="568332" y="195462"/>
                    <a:pt x="534465" y="87251"/>
                    <a:pt x="576683" y="103604"/>
                  </a:cubicBezTo>
                  <a:cubicBezTo>
                    <a:pt x="618901" y="119957"/>
                    <a:pt x="593384" y="187111"/>
                    <a:pt x="601735" y="228864"/>
                  </a:cubicBezTo>
                  <a:lnTo>
                    <a:pt x="601735" y="228864"/>
                  </a:lnTo>
                  <a:cubicBezTo>
                    <a:pt x="639313" y="216338"/>
                    <a:pt x="684951" y="153765"/>
                    <a:pt x="714469" y="191286"/>
                  </a:cubicBezTo>
                  <a:cubicBezTo>
                    <a:pt x="743987" y="228807"/>
                    <a:pt x="731170" y="274793"/>
                    <a:pt x="739521" y="316547"/>
                  </a:cubicBezTo>
                  <a:cubicBezTo>
                    <a:pt x="768807" y="312314"/>
                    <a:pt x="804442" y="282680"/>
                    <a:pt x="827378" y="303847"/>
                  </a:cubicBezTo>
                  <a:cubicBezTo>
                    <a:pt x="850314" y="325014"/>
                    <a:pt x="760456" y="354067"/>
                    <a:pt x="726995" y="379177"/>
                  </a:cubicBezTo>
                  <a:cubicBezTo>
                    <a:pt x="814677" y="375002"/>
                    <a:pt x="884128" y="319080"/>
                    <a:pt x="903259" y="404751"/>
                  </a:cubicBezTo>
                  <a:cubicBezTo>
                    <a:pt x="935705" y="550047"/>
                    <a:pt x="889834" y="475210"/>
                    <a:pt x="839730" y="529489"/>
                  </a:cubicBezTo>
                  <a:lnTo>
                    <a:pt x="803746" y="571822"/>
                  </a:lnTo>
                  <a:cubicBezTo>
                    <a:pt x="840435" y="594941"/>
                    <a:pt x="910992" y="548211"/>
                    <a:pt x="913814" y="641180"/>
                  </a:cubicBezTo>
                  <a:cubicBezTo>
                    <a:pt x="916636" y="734149"/>
                    <a:pt x="796788" y="674331"/>
                    <a:pt x="738275" y="690906"/>
                  </a:cubicBezTo>
                  <a:cubicBezTo>
                    <a:pt x="775853" y="745186"/>
                    <a:pt x="797768" y="781861"/>
                    <a:pt x="789625" y="805062"/>
                  </a:cubicBezTo>
                  <a:cubicBezTo>
                    <a:pt x="781482" y="828263"/>
                    <a:pt x="722820" y="821763"/>
                    <a:pt x="689417" y="830114"/>
                  </a:cubicBezTo>
                  <a:cubicBezTo>
                    <a:pt x="726995" y="863517"/>
                    <a:pt x="817490" y="879986"/>
                    <a:pt x="802151" y="930322"/>
                  </a:cubicBezTo>
                  <a:cubicBezTo>
                    <a:pt x="786812" y="980658"/>
                    <a:pt x="773214" y="986776"/>
                    <a:pt x="726995" y="1005478"/>
                  </a:cubicBezTo>
                  <a:cubicBezTo>
                    <a:pt x="680776" y="1024180"/>
                    <a:pt x="651839" y="997127"/>
                    <a:pt x="614261" y="992952"/>
                  </a:cubicBezTo>
                  <a:lnTo>
                    <a:pt x="463949" y="992952"/>
                  </a:lnTo>
                  <a:lnTo>
                    <a:pt x="376267" y="1030530"/>
                  </a:lnTo>
                  <a:close/>
                </a:path>
              </a:pathLst>
            </a:custGeom>
            <a:solidFill>
              <a:srgbClr val="7FB46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18220CA-3681-FC01-0E14-C09AF0555532}"/>
              </a:ext>
            </a:extLst>
          </p:cNvPr>
          <p:cNvSpPr txBox="1"/>
          <p:nvPr/>
        </p:nvSpPr>
        <p:spPr>
          <a:xfrm>
            <a:off x="1778000" y="3697488"/>
            <a:ext cx="5229043" cy="224676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Create an image of a distant object on a screen. Move screen until image is sharp. Measure distance from screen to centre of lens.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6F492D-E4F1-C30F-7E8F-CCC8CBFDCB7D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7389223" y="3962252"/>
            <a:ext cx="9774" cy="60974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082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8B8C-00F1-9DCC-D8BA-910D0010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96AF-AEBD-6FAE-C0F5-932138DF9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197772"/>
            <a:ext cx="8712200" cy="590931"/>
          </a:xfrm>
        </p:spPr>
        <p:txBody>
          <a:bodyPr/>
          <a:lstStyle/>
          <a:p>
            <a:r>
              <a:rPr lang="en-IE" sz="3600" dirty="0"/>
              <a:t>find u and v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AFD86AD-AFBA-5B0D-8B66-DB0ACFCE2A9A}"/>
              </a:ext>
            </a:extLst>
          </p:cNvPr>
          <p:cNvSpPr/>
          <p:nvPr/>
        </p:nvSpPr>
        <p:spPr bwMode="auto">
          <a:xfrm>
            <a:off x="8390378" y="1822888"/>
            <a:ext cx="553202" cy="2658140"/>
          </a:xfrm>
          <a:custGeom>
            <a:avLst/>
            <a:gdLst>
              <a:gd name="connsiteX0" fmla="*/ 0 w 542260"/>
              <a:gd name="connsiteY0" fmla="*/ 329609 h 2668772"/>
              <a:gd name="connsiteX1" fmla="*/ 542260 w 542260"/>
              <a:gd name="connsiteY1" fmla="*/ 0 h 2668772"/>
              <a:gd name="connsiteX2" fmla="*/ 499730 w 542260"/>
              <a:gd name="connsiteY2" fmla="*/ 2668772 h 2668772"/>
              <a:gd name="connsiteX3" fmla="*/ 31898 w 542260"/>
              <a:gd name="connsiteY3" fmla="*/ 2371061 h 2668772"/>
              <a:gd name="connsiteX4" fmla="*/ 0 w 542260"/>
              <a:gd name="connsiteY4" fmla="*/ 329609 h 2668772"/>
              <a:gd name="connsiteX0" fmla="*/ 310 w 542570"/>
              <a:gd name="connsiteY0" fmla="*/ 329609 h 2668772"/>
              <a:gd name="connsiteX1" fmla="*/ 542570 w 542570"/>
              <a:gd name="connsiteY1" fmla="*/ 0 h 2668772"/>
              <a:gd name="connsiteX2" fmla="*/ 500040 w 542570"/>
              <a:gd name="connsiteY2" fmla="*/ 2668772 h 2668772"/>
              <a:gd name="connsiteX3" fmla="*/ 311 w 542570"/>
              <a:gd name="connsiteY3" fmla="*/ 2371061 h 2668772"/>
              <a:gd name="connsiteX4" fmla="*/ 310 w 542570"/>
              <a:gd name="connsiteY4" fmla="*/ 329609 h 2668772"/>
              <a:gd name="connsiteX0" fmla="*/ 310 w 627630"/>
              <a:gd name="connsiteY0" fmla="*/ 329609 h 2658140"/>
              <a:gd name="connsiteX1" fmla="*/ 542570 w 627630"/>
              <a:gd name="connsiteY1" fmla="*/ 0 h 2658140"/>
              <a:gd name="connsiteX2" fmla="*/ 627630 w 627630"/>
              <a:gd name="connsiteY2" fmla="*/ 2658140 h 2658140"/>
              <a:gd name="connsiteX3" fmla="*/ 311 w 627630"/>
              <a:gd name="connsiteY3" fmla="*/ 2371061 h 2658140"/>
              <a:gd name="connsiteX4" fmla="*/ 310 w 627630"/>
              <a:gd name="connsiteY4" fmla="*/ 329609 h 2658140"/>
              <a:gd name="connsiteX0" fmla="*/ 310 w 553202"/>
              <a:gd name="connsiteY0" fmla="*/ 329609 h 2658140"/>
              <a:gd name="connsiteX1" fmla="*/ 542570 w 553202"/>
              <a:gd name="connsiteY1" fmla="*/ 0 h 2658140"/>
              <a:gd name="connsiteX2" fmla="*/ 553202 w 553202"/>
              <a:gd name="connsiteY2" fmla="*/ 2658140 h 2658140"/>
              <a:gd name="connsiteX3" fmla="*/ 311 w 553202"/>
              <a:gd name="connsiteY3" fmla="*/ 2371061 h 2658140"/>
              <a:gd name="connsiteX4" fmla="*/ 310 w 553202"/>
              <a:gd name="connsiteY4" fmla="*/ 329609 h 26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3202" h="2658140">
                <a:moveTo>
                  <a:pt x="310" y="329609"/>
                </a:moveTo>
                <a:lnTo>
                  <a:pt x="542570" y="0"/>
                </a:lnTo>
                <a:lnTo>
                  <a:pt x="553202" y="2658140"/>
                </a:lnTo>
                <a:cubicBezTo>
                  <a:pt x="397258" y="2558903"/>
                  <a:pt x="156255" y="2470298"/>
                  <a:pt x="311" y="2371061"/>
                </a:cubicBezTo>
                <a:cubicBezTo>
                  <a:pt x="-3233" y="1676400"/>
                  <a:pt x="25119" y="981740"/>
                  <a:pt x="310" y="329609"/>
                </a:cubicBezTo>
                <a:close/>
              </a:path>
            </a:pathLst>
          </a:cu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12101-B023-2ED9-613A-9DDFC3BDE5BE}"/>
              </a:ext>
            </a:extLst>
          </p:cNvPr>
          <p:cNvSpPr txBox="1"/>
          <p:nvPr/>
        </p:nvSpPr>
        <p:spPr>
          <a:xfrm>
            <a:off x="4437799" y="448102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E7733-24D4-C1AA-B3CE-0A81FCA80122}"/>
              </a:ext>
            </a:extLst>
          </p:cNvPr>
          <p:cNvSpPr txBox="1"/>
          <p:nvPr/>
        </p:nvSpPr>
        <p:spPr>
          <a:xfrm>
            <a:off x="7183541" y="4481028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/>
              <a:t>v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A43CF9-E638-36D9-1871-C3BB41D13163}"/>
              </a:ext>
            </a:extLst>
          </p:cNvPr>
          <p:cNvCxnSpPr>
            <a:cxnSpLocks/>
          </p:cNvCxnSpPr>
          <p:nvPr/>
        </p:nvCxnSpPr>
        <p:spPr bwMode="auto">
          <a:xfrm>
            <a:off x="3718547" y="4481028"/>
            <a:ext cx="2089861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4451E7-9FA4-CB8C-04B7-18287E9DCD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816889" y="4465789"/>
            <a:ext cx="3092760" cy="1693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1C98A65-BC95-37BC-8172-484022A3BB4C}"/>
              </a:ext>
            </a:extLst>
          </p:cNvPr>
          <p:cNvSpPr txBox="1"/>
          <p:nvPr/>
        </p:nvSpPr>
        <p:spPr>
          <a:xfrm>
            <a:off x="7752805" y="920150"/>
            <a:ext cx="1829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Screen (white card)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89AD5-FFC0-01A5-F6FA-DEB1A4F3B38A}"/>
              </a:ext>
            </a:extLst>
          </p:cNvPr>
          <p:cNvSpPr txBox="1"/>
          <p:nvPr/>
        </p:nvSpPr>
        <p:spPr>
          <a:xfrm>
            <a:off x="5765978" y="1017940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Image of cross thread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8DC38E-087C-419E-30E5-693E9EAD7239}"/>
              </a:ext>
            </a:extLst>
          </p:cNvPr>
          <p:cNvCxnSpPr/>
          <p:nvPr/>
        </p:nvCxnSpPr>
        <p:spPr bwMode="auto">
          <a:xfrm>
            <a:off x="7581719" y="1836288"/>
            <a:ext cx="912796" cy="92331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4B1AE0-6B52-977E-6FB2-D514DFFD2B34}"/>
              </a:ext>
            </a:extLst>
          </p:cNvPr>
          <p:cNvSpPr txBox="1"/>
          <p:nvPr/>
        </p:nvSpPr>
        <p:spPr>
          <a:xfrm>
            <a:off x="4829055" y="1961287"/>
            <a:ext cx="2326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Convex Lens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15623F-BF49-9DBB-8AAD-E20E79E8014E}"/>
              </a:ext>
            </a:extLst>
          </p:cNvPr>
          <p:cNvSpPr/>
          <p:nvPr/>
        </p:nvSpPr>
        <p:spPr bwMode="auto">
          <a:xfrm>
            <a:off x="8551975" y="2521255"/>
            <a:ext cx="245848" cy="1142999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9C3976-1C13-E282-2879-F15755F769A3}"/>
              </a:ext>
            </a:extLst>
          </p:cNvPr>
          <p:cNvGrpSpPr/>
          <p:nvPr/>
        </p:nvGrpSpPr>
        <p:grpSpPr>
          <a:xfrm>
            <a:off x="8520613" y="2563108"/>
            <a:ext cx="279779" cy="1117843"/>
            <a:chOff x="491490" y="941696"/>
            <a:chExt cx="279779" cy="1117843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0F92DB-532F-8F74-51CF-202B2F7A8209}"/>
                </a:ext>
              </a:extLst>
            </p:cNvPr>
            <p:cNvCxnSpPr/>
            <p:nvPr/>
          </p:nvCxnSpPr>
          <p:spPr bwMode="auto">
            <a:xfrm>
              <a:off x="600501" y="941696"/>
              <a:ext cx="0" cy="111784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068C24A-DF58-D48C-5677-E612CF36EFEC}"/>
                </a:ext>
              </a:extLst>
            </p:cNvPr>
            <p:cNvCxnSpPr/>
            <p:nvPr/>
          </p:nvCxnSpPr>
          <p:spPr bwMode="auto">
            <a:xfrm flipH="1">
              <a:off x="491490" y="1315280"/>
              <a:ext cx="279779" cy="20471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4CC7358-7AF0-565A-7D7E-37215C766B10}"/>
              </a:ext>
            </a:extLst>
          </p:cNvPr>
          <p:cNvSpPr/>
          <p:nvPr/>
        </p:nvSpPr>
        <p:spPr bwMode="auto">
          <a:xfrm>
            <a:off x="3167396" y="1924695"/>
            <a:ext cx="553202" cy="2658140"/>
          </a:xfrm>
          <a:custGeom>
            <a:avLst/>
            <a:gdLst>
              <a:gd name="connsiteX0" fmla="*/ 0 w 542260"/>
              <a:gd name="connsiteY0" fmla="*/ 329609 h 2668772"/>
              <a:gd name="connsiteX1" fmla="*/ 542260 w 542260"/>
              <a:gd name="connsiteY1" fmla="*/ 0 h 2668772"/>
              <a:gd name="connsiteX2" fmla="*/ 499730 w 542260"/>
              <a:gd name="connsiteY2" fmla="*/ 2668772 h 2668772"/>
              <a:gd name="connsiteX3" fmla="*/ 31898 w 542260"/>
              <a:gd name="connsiteY3" fmla="*/ 2371061 h 2668772"/>
              <a:gd name="connsiteX4" fmla="*/ 0 w 542260"/>
              <a:gd name="connsiteY4" fmla="*/ 329609 h 2668772"/>
              <a:gd name="connsiteX0" fmla="*/ 310 w 542570"/>
              <a:gd name="connsiteY0" fmla="*/ 329609 h 2668772"/>
              <a:gd name="connsiteX1" fmla="*/ 542570 w 542570"/>
              <a:gd name="connsiteY1" fmla="*/ 0 h 2668772"/>
              <a:gd name="connsiteX2" fmla="*/ 500040 w 542570"/>
              <a:gd name="connsiteY2" fmla="*/ 2668772 h 2668772"/>
              <a:gd name="connsiteX3" fmla="*/ 311 w 542570"/>
              <a:gd name="connsiteY3" fmla="*/ 2371061 h 2668772"/>
              <a:gd name="connsiteX4" fmla="*/ 310 w 542570"/>
              <a:gd name="connsiteY4" fmla="*/ 329609 h 2668772"/>
              <a:gd name="connsiteX0" fmla="*/ 310 w 627630"/>
              <a:gd name="connsiteY0" fmla="*/ 329609 h 2658140"/>
              <a:gd name="connsiteX1" fmla="*/ 542570 w 627630"/>
              <a:gd name="connsiteY1" fmla="*/ 0 h 2658140"/>
              <a:gd name="connsiteX2" fmla="*/ 627630 w 627630"/>
              <a:gd name="connsiteY2" fmla="*/ 2658140 h 2658140"/>
              <a:gd name="connsiteX3" fmla="*/ 311 w 627630"/>
              <a:gd name="connsiteY3" fmla="*/ 2371061 h 2658140"/>
              <a:gd name="connsiteX4" fmla="*/ 310 w 627630"/>
              <a:gd name="connsiteY4" fmla="*/ 329609 h 2658140"/>
              <a:gd name="connsiteX0" fmla="*/ 310 w 553202"/>
              <a:gd name="connsiteY0" fmla="*/ 329609 h 2658140"/>
              <a:gd name="connsiteX1" fmla="*/ 542570 w 553202"/>
              <a:gd name="connsiteY1" fmla="*/ 0 h 2658140"/>
              <a:gd name="connsiteX2" fmla="*/ 553202 w 553202"/>
              <a:gd name="connsiteY2" fmla="*/ 2658140 h 2658140"/>
              <a:gd name="connsiteX3" fmla="*/ 311 w 553202"/>
              <a:gd name="connsiteY3" fmla="*/ 2371061 h 2658140"/>
              <a:gd name="connsiteX4" fmla="*/ 310 w 553202"/>
              <a:gd name="connsiteY4" fmla="*/ 329609 h 26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3202" h="2658140">
                <a:moveTo>
                  <a:pt x="310" y="329609"/>
                </a:moveTo>
                <a:lnTo>
                  <a:pt x="542570" y="0"/>
                </a:lnTo>
                <a:lnTo>
                  <a:pt x="553202" y="2658140"/>
                </a:lnTo>
                <a:cubicBezTo>
                  <a:pt x="397258" y="2558903"/>
                  <a:pt x="156255" y="2470298"/>
                  <a:pt x="311" y="2371061"/>
                </a:cubicBezTo>
                <a:cubicBezTo>
                  <a:pt x="-3233" y="1676400"/>
                  <a:pt x="25119" y="981740"/>
                  <a:pt x="310" y="32960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>
              <a:latin typeface="Arial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BFEBC6-DBA3-8ACA-9990-F6B72D971EA1}"/>
              </a:ext>
            </a:extLst>
          </p:cNvPr>
          <p:cNvSpPr/>
          <p:nvPr/>
        </p:nvSpPr>
        <p:spPr bwMode="auto">
          <a:xfrm>
            <a:off x="3300449" y="2668503"/>
            <a:ext cx="245848" cy="1142999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5F9527-01B5-8241-78A8-FDE702861272}"/>
              </a:ext>
            </a:extLst>
          </p:cNvPr>
          <p:cNvGrpSpPr/>
          <p:nvPr/>
        </p:nvGrpSpPr>
        <p:grpSpPr>
          <a:xfrm>
            <a:off x="3266519" y="2693659"/>
            <a:ext cx="279779" cy="1117843"/>
            <a:chOff x="457200" y="941696"/>
            <a:chExt cx="279779" cy="111784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561AF84-7353-82F8-A225-997A0256A114}"/>
                </a:ext>
              </a:extLst>
            </p:cNvPr>
            <p:cNvCxnSpPr/>
            <p:nvPr/>
          </p:nvCxnSpPr>
          <p:spPr bwMode="auto">
            <a:xfrm>
              <a:off x="600501" y="941696"/>
              <a:ext cx="0" cy="111784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B68BF36-EB98-CE4F-3D1F-C78A1B2E1758}"/>
                </a:ext>
              </a:extLst>
            </p:cNvPr>
            <p:cNvCxnSpPr/>
            <p:nvPr/>
          </p:nvCxnSpPr>
          <p:spPr bwMode="auto">
            <a:xfrm flipH="1">
              <a:off x="457200" y="1315280"/>
              <a:ext cx="279779" cy="20471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B12AFD69-7634-B64D-6A5B-ACCCFCD48FB5}"/>
              </a:ext>
            </a:extLst>
          </p:cNvPr>
          <p:cNvSpPr/>
          <p:nvPr/>
        </p:nvSpPr>
        <p:spPr bwMode="auto">
          <a:xfrm>
            <a:off x="2284572" y="2850062"/>
            <a:ext cx="567440" cy="665328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3CC4FB6-3BC9-B9D1-5396-964BB1092ACD}"/>
              </a:ext>
            </a:extLst>
          </p:cNvPr>
          <p:cNvCxnSpPr>
            <a:endCxn id="23" idx="7"/>
          </p:cNvCxnSpPr>
          <p:nvPr/>
        </p:nvCxnSpPr>
        <p:spPr bwMode="auto">
          <a:xfrm flipH="1">
            <a:off x="2768913" y="2876453"/>
            <a:ext cx="216153" cy="7104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3E1EA8-98AA-5FE6-32C6-BB9CE8B0849D}"/>
              </a:ext>
            </a:extLst>
          </p:cNvPr>
          <p:cNvCxnSpPr/>
          <p:nvPr/>
        </p:nvCxnSpPr>
        <p:spPr bwMode="auto">
          <a:xfrm>
            <a:off x="2808858" y="3149609"/>
            <a:ext cx="229305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DF7835A-8BD4-0B51-BF5E-5E84FAC8A28F}"/>
              </a:ext>
            </a:extLst>
          </p:cNvPr>
          <p:cNvCxnSpPr>
            <a:stCxn id="23" idx="5"/>
          </p:cNvCxnSpPr>
          <p:nvPr/>
        </p:nvCxnSpPr>
        <p:spPr bwMode="auto">
          <a:xfrm>
            <a:off x="2768913" y="3417956"/>
            <a:ext cx="313085" cy="7220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8B18CFD-EAFC-0190-9DC7-9DD0CFC19298}"/>
              </a:ext>
            </a:extLst>
          </p:cNvPr>
          <p:cNvSpPr txBox="1"/>
          <p:nvPr/>
        </p:nvSpPr>
        <p:spPr>
          <a:xfrm>
            <a:off x="1978926" y="2230136"/>
            <a:ext cx="96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800" dirty="0"/>
              <a:t>Light</a:t>
            </a:r>
            <a:endParaRPr lang="en-IE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B01747-E816-3C22-D49C-D7C13BB2C70F}"/>
              </a:ext>
            </a:extLst>
          </p:cNvPr>
          <p:cNvSpPr txBox="1"/>
          <p:nvPr/>
        </p:nvSpPr>
        <p:spPr>
          <a:xfrm>
            <a:off x="2715720" y="1111644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cross thread (object)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DD2264-AD0A-0C1A-214A-97B0186A5E40}"/>
              </a:ext>
            </a:extLst>
          </p:cNvPr>
          <p:cNvSpPr/>
          <p:nvPr/>
        </p:nvSpPr>
        <p:spPr bwMode="auto">
          <a:xfrm>
            <a:off x="3488765" y="5085954"/>
            <a:ext cx="5652805" cy="23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7B337E-6D5B-0EC1-347D-6182C9822374}"/>
              </a:ext>
            </a:extLst>
          </p:cNvPr>
          <p:cNvSpPr txBox="1"/>
          <p:nvPr/>
        </p:nvSpPr>
        <p:spPr>
          <a:xfrm>
            <a:off x="5334000" y="5297989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Meter stick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B75DA0-98B5-BDF5-8D4D-AF48D8F496E2}"/>
              </a:ext>
            </a:extLst>
          </p:cNvPr>
          <p:cNvCxnSpPr/>
          <p:nvPr/>
        </p:nvCxnSpPr>
        <p:spPr bwMode="auto">
          <a:xfrm>
            <a:off x="8551975" y="1707019"/>
            <a:ext cx="77648" cy="54096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FA232A2-7F48-DB66-4991-EF2DA33FA82A}"/>
              </a:ext>
            </a:extLst>
          </p:cNvPr>
          <p:cNvSpPr/>
          <p:nvPr/>
        </p:nvSpPr>
        <p:spPr bwMode="auto">
          <a:xfrm>
            <a:off x="5711539" y="2432700"/>
            <a:ext cx="210700" cy="1854678"/>
          </a:xfrm>
          <a:custGeom>
            <a:avLst/>
            <a:gdLst>
              <a:gd name="connsiteX0" fmla="*/ 191386 w 627321"/>
              <a:gd name="connsiteY0" fmla="*/ 0 h 2519916"/>
              <a:gd name="connsiteX1" fmla="*/ 627321 w 627321"/>
              <a:gd name="connsiteY1" fmla="*/ 2519916 h 2519916"/>
              <a:gd name="connsiteX2" fmla="*/ 0 w 627321"/>
              <a:gd name="connsiteY2" fmla="*/ 2509283 h 2519916"/>
              <a:gd name="connsiteX3" fmla="*/ 191386 w 627321"/>
              <a:gd name="connsiteY3" fmla="*/ 0 h 2519916"/>
              <a:gd name="connsiteX0" fmla="*/ 191386 w 191386"/>
              <a:gd name="connsiteY0" fmla="*/ 0 h 2509283"/>
              <a:gd name="connsiteX1" fmla="*/ 0 w 191386"/>
              <a:gd name="connsiteY1" fmla="*/ 2509283 h 2509283"/>
              <a:gd name="connsiteX2" fmla="*/ 191386 w 191386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191386 w 282600"/>
              <a:gd name="connsiteY0" fmla="*/ 0 h 2509283"/>
              <a:gd name="connsiteX1" fmla="*/ 0 w 282600"/>
              <a:gd name="connsiteY1" fmla="*/ 2509283 h 2509283"/>
              <a:gd name="connsiteX2" fmla="*/ 191386 w 282600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242724 w 272066"/>
              <a:gd name="connsiteY0" fmla="*/ 0 h 2509283"/>
              <a:gd name="connsiteX1" fmla="*/ 51338 w 272066"/>
              <a:gd name="connsiteY1" fmla="*/ 2509283 h 2509283"/>
              <a:gd name="connsiteX2" fmla="*/ 242724 w 272066"/>
              <a:gd name="connsiteY2" fmla="*/ 0 h 2509283"/>
              <a:gd name="connsiteX0" fmla="*/ 242724 w 431108"/>
              <a:gd name="connsiteY0" fmla="*/ 0 h 2509283"/>
              <a:gd name="connsiteX1" fmla="*/ 51338 w 431108"/>
              <a:gd name="connsiteY1" fmla="*/ 2509283 h 2509283"/>
              <a:gd name="connsiteX2" fmla="*/ 242724 w 431108"/>
              <a:gd name="connsiteY2" fmla="*/ 0 h 2509283"/>
              <a:gd name="connsiteX0" fmla="*/ 198091 w 442874"/>
              <a:gd name="connsiteY0" fmla="*/ 0 h 2488018"/>
              <a:gd name="connsiteX1" fmla="*/ 144928 w 442874"/>
              <a:gd name="connsiteY1" fmla="*/ 2488018 h 2488018"/>
              <a:gd name="connsiteX2" fmla="*/ 198091 w 442874"/>
              <a:gd name="connsiteY2" fmla="*/ 0 h 2488018"/>
              <a:gd name="connsiteX0" fmla="*/ 258630 w 503413"/>
              <a:gd name="connsiteY0" fmla="*/ 0 h 2488018"/>
              <a:gd name="connsiteX1" fmla="*/ 205467 w 503413"/>
              <a:gd name="connsiteY1" fmla="*/ 2488018 h 2488018"/>
              <a:gd name="connsiteX2" fmla="*/ 258630 w 503413"/>
              <a:gd name="connsiteY2" fmla="*/ 0 h 2488018"/>
              <a:gd name="connsiteX0" fmla="*/ 258630 w 434490"/>
              <a:gd name="connsiteY0" fmla="*/ 0 h 2488018"/>
              <a:gd name="connsiteX1" fmla="*/ 205467 w 434490"/>
              <a:gd name="connsiteY1" fmla="*/ 2488018 h 2488018"/>
              <a:gd name="connsiteX2" fmla="*/ 258630 w 434490"/>
              <a:gd name="connsiteY2" fmla="*/ 0 h 2488018"/>
              <a:gd name="connsiteX0" fmla="*/ 242605 w 433746"/>
              <a:gd name="connsiteY0" fmla="*/ 0 h 2668772"/>
              <a:gd name="connsiteX1" fmla="*/ 231972 w 433746"/>
              <a:gd name="connsiteY1" fmla="*/ 2668772 h 2668772"/>
              <a:gd name="connsiteX2" fmla="*/ 242605 w 433746"/>
              <a:gd name="connsiteY2" fmla="*/ 0 h 2668772"/>
              <a:gd name="connsiteX0" fmla="*/ 179477 w 370618"/>
              <a:gd name="connsiteY0" fmla="*/ 0 h 2668772"/>
              <a:gd name="connsiteX1" fmla="*/ 168844 w 370618"/>
              <a:gd name="connsiteY1" fmla="*/ 2668772 h 2668772"/>
              <a:gd name="connsiteX2" fmla="*/ 179477 w 370618"/>
              <a:gd name="connsiteY2" fmla="*/ 0 h 2668772"/>
              <a:gd name="connsiteX0" fmla="*/ 179477 w 326609"/>
              <a:gd name="connsiteY0" fmla="*/ 0 h 2668772"/>
              <a:gd name="connsiteX1" fmla="*/ 168844 w 326609"/>
              <a:gd name="connsiteY1" fmla="*/ 2668772 h 2668772"/>
              <a:gd name="connsiteX2" fmla="*/ 179477 w 326609"/>
              <a:gd name="connsiteY2" fmla="*/ 0 h 2668772"/>
              <a:gd name="connsiteX0" fmla="*/ 179477 w 322355"/>
              <a:gd name="connsiteY0" fmla="*/ 0 h 2668772"/>
              <a:gd name="connsiteX1" fmla="*/ 168844 w 322355"/>
              <a:gd name="connsiteY1" fmla="*/ 2668772 h 2668772"/>
              <a:gd name="connsiteX2" fmla="*/ 179477 w 322355"/>
              <a:gd name="connsiteY2" fmla="*/ 0 h 2668772"/>
              <a:gd name="connsiteX0" fmla="*/ 157761 w 300639"/>
              <a:gd name="connsiteY0" fmla="*/ 0 h 2668772"/>
              <a:gd name="connsiteX1" fmla="*/ 147128 w 300639"/>
              <a:gd name="connsiteY1" fmla="*/ 2668772 h 2668772"/>
              <a:gd name="connsiteX2" fmla="*/ 157761 w 300639"/>
              <a:gd name="connsiteY2" fmla="*/ 0 h 2668772"/>
              <a:gd name="connsiteX0" fmla="*/ 144523 w 302708"/>
              <a:gd name="connsiteY0" fmla="*/ 0 h 2668772"/>
              <a:gd name="connsiteX1" fmla="*/ 165788 w 302708"/>
              <a:gd name="connsiteY1" fmla="*/ 2668772 h 2668772"/>
              <a:gd name="connsiteX2" fmla="*/ 144523 w 302708"/>
              <a:gd name="connsiteY2" fmla="*/ 0 h 2668772"/>
              <a:gd name="connsiteX0" fmla="*/ 141246 w 299431"/>
              <a:gd name="connsiteY0" fmla="*/ 0 h 2668772"/>
              <a:gd name="connsiteX1" fmla="*/ 162511 w 299431"/>
              <a:gd name="connsiteY1" fmla="*/ 2668772 h 2668772"/>
              <a:gd name="connsiteX2" fmla="*/ 141246 w 299431"/>
              <a:gd name="connsiteY2" fmla="*/ 0 h 2668772"/>
              <a:gd name="connsiteX0" fmla="*/ 141246 w 295417"/>
              <a:gd name="connsiteY0" fmla="*/ 0 h 2668772"/>
              <a:gd name="connsiteX1" fmla="*/ 162511 w 295417"/>
              <a:gd name="connsiteY1" fmla="*/ 2668772 h 2668772"/>
              <a:gd name="connsiteX2" fmla="*/ 141246 w 295417"/>
              <a:gd name="connsiteY2" fmla="*/ 0 h 2668772"/>
              <a:gd name="connsiteX0" fmla="*/ 174134 w 296321"/>
              <a:gd name="connsiteY0" fmla="*/ 0 h 2690037"/>
              <a:gd name="connsiteX1" fmla="*/ 120972 w 296321"/>
              <a:gd name="connsiteY1" fmla="*/ 2690037 h 2690037"/>
              <a:gd name="connsiteX2" fmla="*/ 174134 w 296321"/>
              <a:gd name="connsiteY2" fmla="*/ 0 h 2690037"/>
              <a:gd name="connsiteX0" fmla="*/ 141244 w 295416"/>
              <a:gd name="connsiteY0" fmla="*/ 0 h 2690037"/>
              <a:gd name="connsiteX1" fmla="*/ 162510 w 295416"/>
              <a:gd name="connsiteY1" fmla="*/ 2690037 h 2690037"/>
              <a:gd name="connsiteX2" fmla="*/ 141244 w 295416"/>
              <a:gd name="connsiteY2" fmla="*/ 0 h 2690037"/>
              <a:gd name="connsiteX0" fmla="*/ 110167 w 264339"/>
              <a:gd name="connsiteY0" fmla="*/ 0 h 2690037"/>
              <a:gd name="connsiteX1" fmla="*/ 131433 w 264339"/>
              <a:gd name="connsiteY1" fmla="*/ 2690037 h 2690037"/>
              <a:gd name="connsiteX2" fmla="*/ 110167 w 264339"/>
              <a:gd name="connsiteY2" fmla="*/ 0 h 2690037"/>
              <a:gd name="connsiteX0" fmla="*/ 117454 w 271626"/>
              <a:gd name="connsiteY0" fmla="*/ 0 h 2690037"/>
              <a:gd name="connsiteX1" fmla="*/ 138720 w 271626"/>
              <a:gd name="connsiteY1" fmla="*/ 2690037 h 2690037"/>
              <a:gd name="connsiteX2" fmla="*/ 117454 w 271626"/>
              <a:gd name="connsiteY2" fmla="*/ 0 h 2690037"/>
              <a:gd name="connsiteX0" fmla="*/ 117454 w 267667"/>
              <a:gd name="connsiteY0" fmla="*/ 0 h 2690037"/>
              <a:gd name="connsiteX1" fmla="*/ 138720 w 267667"/>
              <a:gd name="connsiteY1" fmla="*/ 2690037 h 2690037"/>
              <a:gd name="connsiteX2" fmla="*/ 117454 w 267667"/>
              <a:gd name="connsiteY2" fmla="*/ 0 h 269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667" h="2690037">
                <a:moveTo>
                  <a:pt x="117454" y="0"/>
                </a:moveTo>
                <a:cubicBezTo>
                  <a:pt x="330105" y="698204"/>
                  <a:pt x="298207" y="2076893"/>
                  <a:pt x="138720" y="2690037"/>
                </a:cubicBezTo>
                <a:cubicBezTo>
                  <a:pt x="-31401" y="2044995"/>
                  <a:pt x="-52666" y="730102"/>
                  <a:pt x="117454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B9DC6-E201-1101-56E3-6DD9F5724880}"/>
              </a:ext>
            </a:extLst>
          </p:cNvPr>
          <p:cNvSpPr txBox="1"/>
          <p:nvPr/>
        </p:nvSpPr>
        <p:spPr>
          <a:xfrm>
            <a:off x="1524001" y="6611780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Edited V1.1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174AC68-60AA-5037-CDA7-85DB7C999552}"/>
              </a:ext>
            </a:extLst>
          </p:cNvPr>
          <p:cNvCxnSpPr>
            <a:cxnSpLocks/>
          </p:cNvCxnSpPr>
          <p:nvPr/>
        </p:nvCxnSpPr>
        <p:spPr>
          <a:xfrm flipH="1">
            <a:off x="5798633" y="4231701"/>
            <a:ext cx="9774" cy="60974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54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718A-C9FD-3EA4-7265-1B7F8B8D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F6A4-3EF2-7BF7-9528-C8F65309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140417"/>
            <a:ext cx="8712200" cy="705642"/>
          </a:xfrm>
        </p:spPr>
        <p:txBody>
          <a:bodyPr/>
          <a:lstStyle/>
          <a:p>
            <a:r>
              <a:rPr lang="en-IE" dirty="0"/>
              <a:t>Alternative setup using a small LED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8ECC2F-A9DE-465F-E438-62F3F367A75A}"/>
              </a:ext>
            </a:extLst>
          </p:cNvPr>
          <p:cNvGrpSpPr/>
          <p:nvPr/>
        </p:nvGrpSpPr>
        <p:grpSpPr>
          <a:xfrm>
            <a:off x="2769287" y="3194197"/>
            <a:ext cx="390360" cy="1143000"/>
            <a:chOff x="6062918" y="1000565"/>
            <a:chExt cx="909982" cy="377981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CC43294-1569-6029-D82E-2BA815EC6E6A}"/>
                </a:ext>
              </a:extLst>
            </p:cNvPr>
            <p:cNvSpPr/>
            <p:nvPr/>
          </p:nvSpPr>
          <p:spPr>
            <a:xfrm>
              <a:off x="6062918" y="1000565"/>
              <a:ext cx="909982" cy="1100394"/>
            </a:xfrm>
            <a:custGeom>
              <a:avLst/>
              <a:gdLst>
                <a:gd name="connsiteX0" fmla="*/ 373625 w 1563329"/>
                <a:gd name="connsiteY0" fmla="*/ 1730477 h 1730477"/>
                <a:gd name="connsiteX1" fmla="*/ 1553496 w 1563329"/>
                <a:gd name="connsiteY1" fmla="*/ 1720645 h 1730477"/>
                <a:gd name="connsiteX2" fmla="*/ 1563329 w 1563329"/>
                <a:gd name="connsiteY2" fmla="*/ 1494503 h 1730477"/>
                <a:gd name="connsiteX3" fmla="*/ 1406012 w 1563329"/>
                <a:gd name="connsiteY3" fmla="*/ 1494503 h 1730477"/>
                <a:gd name="connsiteX4" fmla="*/ 1406012 w 1563329"/>
                <a:gd name="connsiteY4" fmla="*/ 432619 h 1730477"/>
                <a:gd name="connsiteX5" fmla="*/ 1160206 w 1563329"/>
                <a:gd name="connsiteY5" fmla="*/ 108155 h 1730477"/>
                <a:gd name="connsiteX6" fmla="*/ 845574 w 1563329"/>
                <a:gd name="connsiteY6" fmla="*/ 0 h 1730477"/>
                <a:gd name="connsiteX7" fmla="*/ 619432 w 1563329"/>
                <a:gd name="connsiteY7" fmla="*/ 9832 h 1730477"/>
                <a:gd name="connsiteX8" fmla="*/ 403122 w 1563329"/>
                <a:gd name="connsiteY8" fmla="*/ 117987 h 1730477"/>
                <a:gd name="connsiteX9" fmla="*/ 304800 w 1563329"/>
                <a:gd name="connsiteY9" fmla="*/ 255639 h 1730477"/>
                <a:gd name="connsiteX10" fmla="*/ 255638 w 1563329"/>
                <a:gd name="connsiteY10" fmla="*/ 471948 h 1730477"/>
                <a:gd name="connsiteX11" fmla="*/ 245806 w 1563329"/>
                <a:gd name="connsiteY11" fmla="*/ 1445342 h 1730477"/>
                <a:gd name="connsiteX12" fmla="*/ 0 w 1563329"/>
                <a:gd name="connsiteY12" fmla="*/ 1435510 h 1730477"/>
                <a:gd name="connsiteX13" fmla="*/ 29496 w 1563329"/>
                <a:gd name="connsiteY13" fmla="*/ 1700981 h 1730477"/>
                <a:gd name="connsiteX14" fmla="*/ 373625 w 1563329"/>
                <a:gd name="connsiteY14" fmla="*/ 1730477 h 1730477"/>
                <a:gd name="connsiteX0" fmla="*/ 403122 w 1592826"/>
                <a:gd name="connsiteY0" fmla="*/ 1730477 h 1730477"/>
                <a:gd name="connsiteX1" fmla="*/ 1582993 w 1592826"/>
                <a:gd name="connsiteY1" fmla="*/ 1720645 h 1730477"/>
                <a:gd name="connsiteX2" fmla="*/ 1592826 w 1592826"/>
                <a:gd name="connsiteY2" fmla="*/ 1494503 h 1730477"/>
                <a:gd name="connsiteX3" fmla="*/ 1435509 w 1592826"/>
                <a:gd name="connsiteY3" fmla="*/ 1494503 h 1730477"/>
                <a:gd name="connsiteX4" fmla="*/ 1435509 w 1592826"/>
                <a:gd name="connsiteY4" fmla="*/ 432619 h 1730477"/>
                <a:gd name="connsiteX5" fmla="*/ 1189703 w 1592826"/>
                <a:gd name="connsiteY5" fmla="*/ 108155 h 1730477"/>
                <a:gd name="connsiteX6" fmla="*/ 875071 w 1592826"/>
                <a:gd name="connsiteY6" fmla="*/ 0 h 1730477"/>
                <a:gd name="connsiteX7" fmla="*/ 648929 w 1592826"/>
                <a:gd name="connsiteY7" fmla="*/ 9832 h 1730477"/>
                <a:gd name="connsiteX8" fmla="*/ 432619 w 1592826"/>
                <a:gd name="connsiteY8" fmla="*/ 117987 h 1730477"/>
                <a:gd name="connsiteX9" fmla="*/ 334297 w 1592826"/>
                <a:gd name="connsiteY9" fmla="*/ 255639 h 1730477"/>
                <a:gd name="connsiteX10" fmla="*/ 285135 w 1592826"/>
                <a:gd name="connsiteY10" fmla="*/ 471948 h 1730477"/>
                <a:gd name="connsiteX11" fmla="*/ 275303 w 1592826"/>
                <a:gd name="connsiteY11" fmla="*/ 1445342 h 1730477"/>
                <a:gd name="connsiteX12" fmla="*/ 29497 w 1592826"/>
                <a:gd name="connsiteY12" fmla="*/ 1435510 h 1730477"/>
                <a:gd name="connsiteX13" fmla="*/ 0 w 1592826"/>
                <a:gd name="connsiteY13" fmla="*/ 1700981 h 1730477"/>
                <a:gd name="connsiteX14" fmla="*/ 403122 w 1592826"/>
                <a:gd name="connsiteY14" fmla="*/ 1730477 h 1730477"/>
                <a:gd name="connsiteX0" fmla="*/ 403122 w 1592826"/>
                <a:gd name="connsiteY0" fmla="*/ 1730477 h 1730477"/>
                <a:gd name="connsiteX1" fmla="*/ 1582993 w 1592826"/>
                <a:gd name="connsiteY1" fmla="*/ 1720645 h 1730477"/>
                <a:gd name="connsiteX2" fmla="*/ 1592826 w 1592826"/>
                <a:gd name="connsiteY2" fmla="*/ 1494503 h 1730477"/>
                <a:gd name="connsiteX3" fmla="*/ 1435509 w 1592826"/>
                <a:gd name="connsiteY3" fmla="*/ 1494503 h 1730477"/>
                <a:gd name="connsiteX4" fmla="*/ 1435509 w 1592826"/>
                <a:gd name="connsiteY4" fmla="*/ 432619 h 1730477"/>
                <a:gd name="connsiteX5" fmla="*/ 1189703 w 1592826"/>
                <a:gd name="connsiteY5" fmla="*/ 108155 h 1730477"/>
                <a:gd name="connsiteX6" fmla="*/ 914400 w 1592826"/>
                <a:gd name="connsiteY6" fmla="*/ 0 h 1730477"/>
                <a:gd name="connsiteX7" fmla="*/ 648929 w 1592826"/>
                <a:gd name="connsiteY7" fmla="*/ 9832 h 1730477"/>
                <a:gd name="connsiteX8" fmla="*/ 432619 w 1592826"/>
                <a:gd name="connsiteY8" fmla="*/ 117987 h 1730477"/>
                <a:gd name="connsiteX9" fmla="*/ 334297 w 1592826"/>
                <a:gd name="connsiteY9" fmla="*/ 255639 h 1730477"/>
                <a:gd name="connsiteX10" fmla="*/ 285135 w 1592826"/>
                <a:gd name="connsiteY10" fmla="*/ 471948 h 1730477"/>
                <a:gd name="connsiteX11" fmla="*/ 275303 w 1592826"/>
                <a:gd name="connsiteY11" fmla="*/ 1445342 h 1730477"/>
                <a:gd name="connsiteX12" fmla="*/ 29497 w 1592826"/>
                <a:gd name="connsiteY12" fmla="*/ 1435510 h 1730477"/>
                <a:gd name="connsiteX13" fmla="*/ 0 w 1592826"/>
                <a:gd name="connsiteY13" fmla="*/ 1700981 h 1730477"/>
                <a:gd name="connsiteX14" fmla="*/ 403122 w 1592826"/>
                <a:gd name="connsiteY14" fmla="*/ 1730477 h 1730477"/>
                <a:gd name="connsiteX0" fmla="*/ 403122 w 1592826"/>
                <a:gd name="connsiteY0" fmla="*/ 1730477 h 1730477"/>
                <a:gd name="connsiteX1" fmla="*/ 1582993 w 1592826"/>
                <a:gd name="connsiteY1" fmla="*/ 1720645 h 1730477"/>
                <a:gd name="connsiteX2" fmla="*/ 1592826 w 1592826"/>
                <a:gd name="connsiteY2" fmla="*/ 1494503 h 1730477"/>
                <a:gd name="connsiteX3" fmla="*/ 1435509 w 1592826"/>
                <a:gd name="connsiteY3" fmla="*/ 1494503 h 1730477"/>
                <a:gd name="connsiteX4" fmla="*/ 1435509 w 1592826"/>
                <a:gd name="connsiteY4" fmla="*/ 432619 h 1730477"/>
                <a:gd name="connsiteX5" fmla="*/ 1189703 w 1592826"/>
                <a:gd name="connsiteY5" fmla="*/ 108155 h 1730477"/>
                <a:gd name="connsiteX6" fmla="*/ 914400 w 1592826"/>
                <a:gd name="connsiteY6" fmla="*/ 0 h 1730477"/>
                <a:gd name="connsiteX7" fmla="*/ 688258 w 1592826"/>
                <a:gd name="connsiteY7" fmla="*/ 9832 h 1730477"/>
                <a:gd name="connsiteX8" fmla="*/ 432619 w 1592826"/>
                <a:gd name="connsiteY8" fmla="*/ 117987 h 1730477"/>
                <a:gd name="connsiteX9" fmla="*/ 334297 w 1592826"/>
                <a:gd name="connsiteY9" fmla="*/ 255639 h 1730477"/>
                <a:gd name="connsiteX10" fmla="*/ 285135 w 1592826"/>
                <a:gd name="connsiteY10" fmla="*/ 471948 h 1730477"/>
                <a:gd name="connsiteX11" fmla="*/ 275303 w 1592826"/>
                <a:gd name="connsiteY11" fmla="*/ 1445342 h 1730477"/>
                <a:gd name="connsiteX12" fmla="*/ 29497 w 1592826"/>
                <a:gd name="connsiteY12" fmla="*/ 1435510 h 1730477"/>
                <a:gd name="connsiteX13" fmla="*/ 0 w 1592826"/>
                <a:gd name="connsiteY13" fmla="*/ 1700981 h 1730477"/>
                <a:gd name="connsiteX14" fmla="*/ 403122 w 1592826"/>
                <a:gd name="connsiteY14" fmla="*/ 1730477 h 1730477"/>
                <a:gd name="connsiteX0" fmla="*/ 403122 w 1592826"/>
                <a:gd name="connsiteY0" fmla="*/ 1730477 h 1730477"/>
                <a:gd name="connsiteX1" fmla="*/ 1582993 w 1592826"/>
                <a:gd name="connsiteY1" fmla="*/ 1720645 h 1730477"/>
                <a:gd name="connsiteX2" fmla="*/ 1592826 w 1592826"/>
                <a:gd name="connsiteY2" fmla="*/ 1494503 h 1730477"/>
                <a:gd name="connsiteX3" fmla="*/ 1435509 w 1592826"/>
                <a:gd name="connsiteY3" fmla="*/ 1494503 h 1730477"/>
                <a:gd name="connsiteX4" fmla="*/ 1435509 w 1592826"/>
                <a:gd name="connsiteY4" fmla="*/ 432619 h 1730477"/>
                <a:gd name="connsiteX5" fmla="*/ 1238864 w 1592826"/>
                <a:gd name="connsiteY5" fmla="*/ 108155 h 1730477"/>
                <a:gd name="connsiteX6" fmla="*/ 914400 w 1592826"/>
                <a:gd name="connsiteY6" fmla="*/ 0 h 1730477"/>
                <a:gd name="connsiteX7" fmla="*/ 688258 w 1592826"/>
                <a:gd name="connsiteY7" fmla="*/ 9832 h 1730477"/>
                <a:gd name="connsiteX8" fmla="*/ 432619 w 1592826"/>
                <a:gd name="connsiteY8" fmla="*/ 117987 h 1730477"/>
                <a:gd name="connsiteX9" fmla="*/ 334297 w 1592826"/>
                <a:gd name="connsiteY9" fmla="*/ 255639 h 1730477"/>
                <a:gd name="connsiteX10" fmla="*/ 285135 w 1592826"/>
                <a:gd name="connsiteY10" fmla="*/ 471948 h 1730477"/>
                <a:gd name="connsiteX11" fmla="*/ 275303 w 1592826"/>
                <a:gd name="connsiteY11" fmla="*/ 1445342 h 1730477"/>
                <a:gd name="connsiteX12" fmla="*/ 29497 w 1592826"/>
                <a:gd name="connsiteY12" fmla="*/ 1435510 h 1730477"/>
                <a:gd name="connsiteX13" fmla="*/ 0 w 1592826"/>
                <a:gd name="connsiteY13" fmla="*/ 1700981 h 1730477"/>
                <a:gd name="connsiteX14" fmla="*/ 403122 w 1592826"/>
                <a:gd name="connsiteY14" fmla="*/ 1730477 h 1730477"/>
                <a:gd name="connsiteX0" fmla="*/ 403122 w 1592826"/>
                <a:gd name="connsiteY0" fmla="*/ 1730477 h 1730477"/>
                <a:gd name="connsiteX1" fmla="*/ 1582993 w 1592826"/>
                <a:gd name="connsiteY1" fmla="*/ 1720645 h 1730477"/>
                <a:gd name="connsiteX2" fmla="*/ 1592826 w 1592826"/>
                <a:gd name="connsiteY2" fmla="*/ 1494503 h 1730477"/>
                <a:gd name="connsiteX3" fmla="*/ 1435509 w 1592826"/>
                <a:gd name="connsiteY3" fmla="*/ 1494503 h 1730477"/>
                <a:gd name="connsiteX4" fmla="*/ 1435509 w 1592826"/>
                <a:gd name="connsiteY4" fmla="*/ 432619 h 1730477"/>
                <a:gd name="connsiteX5" fmla="*/ 1238864 w 1592826"/>
                <a:gd name="connsiteY5" fmla="*/ 108155 h 1730477"/>
                <a:gd name="connsiteX6" fmla="*/ 914400 w 1592826"/>
                <a:gd name="connsiteY6" fmla="*/ 0 h 1730477"/>
                <a:gd name="connsiteX7" fmla="*/ 688258 w 1592826"/>
                <a:gd name="connsiteY7" fmla="*/ 9832 h 1730477"/>
                <a:gd name="connsiteX8" fmla="*/ 471948 w 1592826"/>
                <a:gd name="connsiteY8" fmla="*/ 117987 h 1730477"/>
                <a:gd name="connsiteX9" fmla="*/ 334297 w 1592826"/>
                <a:gd name="connsiteY9" fmla="*/ 255639 h 1730477"/>
                <a:gd name="connsiteX10" fmla="*/ 285135 w 1592826"/>
                <a:gd name="connsiteY10" fmla="*/ 471948 h 1730477"/>
                <a:gd name="connsiteX11" fmla="*/ 275303 w 1592826"/>
                <a:gd name="connsiteY11" fmla="*/ 1445342 h 1730477"/>
                <a:gd name="connsiteX12" fmla="*/ 29497 w 1592826"/>
                <a:gd name="connsiteY12" fmla="*/ 1435510 h 1730477"/>
                <a:gd name="connsiteX13" fmla="*/ 0 w 1592826"/>
                <a:gd name="connsiteY13" fmla="*/ 1700981 h 1730477"/>
                <a:gd name="connsiteX14" fmla="*/ 403122 w 1592826"/>
                <a:gd name="connsiteY14" fmla="*/ 1730477 h 173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2826" h="1730477">
                  <a:moveTo>
                    <a:pt x="403122" y="1730477"/>
                  </a:moveTo>
                  <a:lnTo>
                    <a:pt x="1582993" y="1720645"/>
                  </a:lnTo>
                  <a:lnTo>
                    <a:pt x="1592826" y="1494503"/>
                  </a:lnTo>
                  <a:lnTo>
                    <a:pt x="1435509" y="1494503"/>
                  </a:lnTo>
                  <a:lnTo>
                    <a:pt x="1435509" y="432619"/>
                  </a:lnTo>
                  <a:lnTo>
                    <a:pt x="1238864" y="108155"/>
                  </a:lnTo>
                  <a:lnTo>
                    <a:pt x="914400" y="0"/>
                  </a:lnTo>
                  <a:lnTo>
                    <a:pt x="688258" y="9832"/>
                  </a:lnTo>
                  <a:lnTo>
                    <a:pt x="471948" y="117987"/>
                  </a:lnTo>
                  <a:lnTo>
                    <a:pt x="334297" y="255639"/>
                  </a:lnTo>
                  <a:lnTo>
                    <a:pt x="285135" y="471948"/>
                  </a:lnTo>
                  <a:cubicBezTo>
                    <a:pt x="281858" y="796413"/>
                    <a:pt x="278580" y="1120877"/>
                    <a:pt x="275303" y="1445342"/>
                  </a:cubicBezTo>
                  <a:lnTo>
                    <a:pt x="29497" y="1435510"/>
                  </a:lnTo>
                  <a:lnTo>
                    <a:pt x="0" y="1700981"/>
                  </a:lnTo>
                  <a:lnTo>
                    <a:pt x="403122" y="173047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D8BBCCE-5D42-AF6D-05E4-D9F4274E7DB6}"/>
                </a:ext>
              </a:extLst>
            </p:cNvPr>
            <p:cNvSpPr/>
            <p:nvPr/>
          </p:nvSpPr>
          <p:spPr>
            <a:xfrm>
              <a:off x="6331794" y="2100960"/>
              <a:ext cx="9833" cy="2369574"/>
            </a:xfrm>
            <a:custGeom>
              <a:avLst/>
              <a:gdLst>
                <a:gd name="connsiteX0" fmla="*/ 9833 w 9833"/>
                <a:gd name="connsiteY0" fmla="*/ 0 h 2369574"/>
                <a:gd name="connsiteX1" fmla="*/ 0 w 9833"/>
                <a:gd name="connsiteY1" fmla="*/ 1297858 h 2369574"/>
                <a:gd name="connsiteX2" fmla="*/ 0 w 9833"/>
                <a:gd name="connsiteY2" fmla="*/ 2369574 h 236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33" h="2369574">
                  <a:moveTo>
                    <a:pt x="9833" y="0"/>
                  </a:moveTo>
                  <a:cubicBezTo>
                    <a:pt x="6555" y="432619"/>
                    <a:pt x="3278" y="865239"/>
                    <a:pt x="0" y="1297858"/>
                  </a:cubicBezTo>
                  <a:lnTo>
                    <a:pt x="0" y="2369574"/>
                  </a:lnTo>
                </a:path>
              </a:pathLst>
            </a:custGeom>
            <a:noFill/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BD5B523-FD03-8CB1-BFBC-9F6B001577FD}"/>
                </a:ext>
              </a:extLst>
            </p:cNvPr>
            <p:cNvSpPr/>
            <p:nvPr/>
          </p:nvSpPr>
          <p:spPr>
            <a:xfrm flipH="1">
              <a:off x="6690569" y="2077621"/>
              <a:ext cx="45719" cy="2702757"/>
            </a:xfrm>
            <a:custGeom>
              <a:avLst/>
              <a:gdLst>
                <a:gd name="connsiteX0" fmla="*/ 9833 w 9833"/>
                <a:gd name="connsiteY0" fmla="*/ 0 h 2369574"/>
                <a:gd name="connsiteX1" fmla="*/ 0 w 9833"/>
                <a:gd name="connsiteY1" fmla="*/ 1297858 h 2369574"/>
                <a:gd name="connsiteX2" fmla="*/ 0 w 9833"/>
                <a:gd name="connsiteY2" fmla="*/ 2369574 h 236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33" h="2369574">
                  <a:moveTo>
                    <a:pt x="9833" y="0"/>
                  </a:moveTo>
                  <a:cubicBezTo>
                    <a:pt x="6555" y="432619"/>
                    <a:pt x="3278" y="865239"/>
                    <a:pt x="0" y="1297858"/>
                  </a:cubicBezTo>
                  <a:lnTo>
                    <a:pt x="0" y="2369574"/>
                  </a:lnTo>
                </a:path>
              </a:pathLst>
            </a:custGeom>
            <a:noFill/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6F4D5B6-6A50-2F44-CB08-9FE6AD444CD2}"/>
              </a:ext>
            </a:extLst>
          </p:cNvPr>
          <p:cNvSpPr/>
          <p:nvPr/>
        </p:nvSpPr>
        <p:spPr bwMode="auto">
          <a:xfrm>
            <a:off x="7972648" y="2031504"/>
            <a:ext cx="553202" cy="2658140"/>
          </a:xfrm>
          <a:custGeom>
            <a:avLst/>
            <a:gdLst>
              <a:gd name="connsiteX0" fmla="*/ 0 w 542260"/>
              <a:gd name="connsiteY0" fmla="*/ 329609 h 2668772"/>
              <a:gd name="connsiteX1" fmla="*/ 542260 w 542260"/>
              <a:gd name="connsiteY1" fmla="*/ 0 h 2668772"/>
              <a:gd name="connsiteX2" fmla="*/ 499730 w 542260"/>
              <a:gd name="connsiteY2" fmla="*/ 2668772 h 2668772"/>
              <a:gd name="connsiteX3" fmla="*/ 31898 w 542260"/>
              <a:gd name="connsiteY3" fmla="*/ 2371061 h 2668772"/>
              <a:gd name="connsiteX4" fmla="*/ 0 w 542260"/>
              <a:gd name="connsiteY4" fmla="*/ 329609 h 2668772"/>
              <a:gd name="connsiteX0" fmla="*/ 310 w 542570"/>
              <a:gd name="connsiteY0" fmla="*/ 329609 h 2668772"/>
              <a:gd name="connsiteX1" fmla="*/ 542570 w 542570"/>
              <a:gd name="connsiteY1" fmla="*/ 0 h 2668772"/>
              <a:gd name="connsiteX2" fmla="*/ 500040 w 542570"/>
              <a:gd name="connsiteY2" fmla="*/ 2668772 h 2668772"/>
              <a:gd name="connsiteX3" fmla="*/ 311 w 542570"/>
              <a:gd name="connsiteY3" fmla="*/ 2371061 h 2668772"/>
              <a:gd name="connsiteX4" fmla="*/ 310 w 542570"/>
              <a:gd name="connsiteY4" fmla="*/ 329609 h 2668772"/>
              <a:gd name="connsiteX0" fmla="*/ 310 w 627630"/>
              <a:gd name="connsiteY0" fmla="*/ 329609 h 2658140"/>
              <a:gd name="connsiteX1" fmla="*/ 542570 w 627630"/>
              <a:gd name="connsiteY1" fmla="*/ 0 h 2658140"/>
              <a:gd name="connsiteX2" fmla="*/ 627630 w 627630"/>
              <a:gd name="connsiteY2" fmla="*/ 2658140 h 2658140"/>
              <a:gd name="connsiteX3" fmla="*/ 311 w 627630"/>
              <a:gd name="connsiteY3" fmla="*/ 2371061 h 2658140"/>
              <a:gd name="connsiteX4" fmla="*/ 310 w 627630"/>
              <a:gd name="connsiteY4" fmla="*/ 329609 h 2658140"/>
              <a:gd name="connsiteX0" fmla="*/ 310 w 553202"/>
              <a:gd name="connsiteY0" fmla="*/ 329609 h 2658140"/>
              <a:gd name="connsiteX1" fmla="*/ 542570 w 553202"/>
              <a:gd name="connsiteY1" fmla="*/ 0 h 2658140"/>
              <a:gd name="connsiteX2" fmla="*/ 553202 w 553202"/>
              <a:gd name="connsiteY2" fmla="*/ 2658140 h 2658140"/>
              <a:gd name="connsiteX3" fmla="*/ 311 w 553202"/>
              <a:gd name="connsiteY3" fmla="*/ 2371061 h 2658140"/>
              <a:gd name="connsiteX4" fmla="*/ 310 w 553202"/>
              <a:gd name="connsiteY4" fmla="*/ 329609 h 26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3202" h="2658140">
                <a:moveTo>
                  <a:pt x="310" y="329609"/>
                </a:moveTo>
                <a:lnTo>
                  <a:pt x="542570" y="0"/>
                </a:lnTo>
                <a:lnTo>
                  <a:pt x="553202" y="2658140"/>
                </a:lnTo>
                <a:cubicBezTo>
                  <a:pt x="397258" y="2558903"/>
                  <a:pt x="156255" y="2470298"/>
                  <a:pt x="311" y="2371061"/>
                </a:cubicBezTo>
                <a:cubicBezTo>
                  <a:pt x="-3233" y="1676400"/>
                  <a:pt x="25119" y="981740"/>
                  <a:pt x="310" y="329609"/>
                </a:cubicBezTo>
                <a:close/>
              </a:path>
            </a:pathLst>
          </a:cu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>
              <a:latin typeface="Arial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52596D3-76D0-C419-1449-858DCAA2867C}"/>
              </a:ext>
            </a:extLst>
          </p:cNvPr>
          <p:cNvSpPr/>
          <p:nvPr/>
        </p:nvSpPr>
        <p:spPr>
          <a:xfrm rot="10800000">
            <a:off x="8181836" y="3086579"/>
            <a:ext cx="116414" cy="601108"/>
          </a:xfrm>
          <a:custGeom>
            <a:avLst/>
            <a:gdLst>
              <a:gd name="connsiteX0" fmla="*/ 373625 w 1563329"/>
              <a:gd name="connsiteY0" fmla="*/ 1730477 h 1730477"/>
              <a:gd name="connsiteX1" fmla="*/ 1553496 w 1563329"/>
              <a:gd name="connsiteY1" fmla="*/ 1720645 h 1730477"/>
              <a:gd name="connsiteX2" fmla="*/ 1563329 w 1563329"/>
              <a:gd name="connsiteY2" fmla="*/ 1494503 h 1730477"/>
              <a:gd name="connsiteX3" fmla="*/ 1406012 w 1563329"/>
              <a:gd name="connsiteY3" fmla="*/ 1494503 h 1730477"/>
              <a:gd name="connsiteX4" fmla="*/ 1406012 w 1563329"/>
              <a:gd name="connsiteY4" fmla="*/ 432619 h 1730477"/>
              <a:gd name="connsiteX5" fmla="*/ 1160206 w 1563329"/>
              <a:gd name="connsiteY5" fmla="*/ 108155 h 1730477"/>
              <a:gd name="connsiteX6" fmla="*/ 845574 w 1563329"/>
              <a:gd name="connsiteY6" fmla="*/ 0 h 1730477"/>
              <a:gd name="connsiteX7" fmla="*/ 619432 w 1563329"/>
              <a:gd name="connsiteY7" fmla="*/ 9832 h 1730477"/>
              <a:gd name="connsiteX8" fmla="*/ 403122 w 1563329"/>
              <a:gd name="connsiteY8" fmla="*/ 117987 h 1730477"/>
              <a:gd name="connsiteX9" fmla="*/ 304800 w 1563329"/>
              <a:gd name="connsiteY9" fmla="*/ 255639 h 1730477"/>
              <a:gd name="connsiteX10" fmla="*/ 255638 w 1563329"/>
              <a:gd name="connsiteY10" fmla="*/ 471948 h 1730477"/>
              <a:gd name="connsiteX11" fmla="*/ 245806 w 1563329"/>
              <a:gd name="connsiteY11" fmla="*/ 1445342 h 1730477"/>
              <a:gd name="connsiteX12" fmla="*/ 0 w 1563329"/>
              <a:gd name="connsiteY12" fmla="*/ 1435510 h 1730477"/>
              <a:gd name="connsiteX13" fmla="*/ 29496 w 1563329"/>
              <a:gd name="connsiteY13" fmla="*/ 1700981 h 1730477"/>
              <a:gd name="connsiteX14" fmla="*/ 373625 w 1563329"/>
              <a:gd name="connsiteY14" fmla="*/ 1730477 h 1730477"/>
              <a:gd name="connsiteX0" fmla="*/ 403122 w 1592826"/>
              <a:gd name="connsiteY0" fmla="*/ 1730477 h 1730477"/>
              <a:gd name="connsiteX1" fmla="*/ 1582993 w 1592826"/>
              <a:gd name="connsiteY1" fmla="*/ 1720645 h 1730477"/>
              <a:gd name="connsiteX2" fmla="*/ 1592826 w 1592826"/>
              <a:gd name="connsiteY2" fmla="*/ 1494503 h 1730477"/>
              <a:gd name="connsiteX3" fmla="*/ 1435509 w 1592826"/>
              <a:gd name="connsiteY3" fmla="*/ 1494503 h 1730477"/>
              <a:gd name="connsiteX4" fmla="*/ 1435509 w 1592826"/>
              <a:gd name="connsiteY4" fmla="*/ 432619 h 1730477"/>
              <a:gd name="connsiteX5" fmla="*/ 1189703 w 1592826"/>
              <a:gd name="connsiteY5" fmla="*/ 108155 h 1730477"/>
              <a:gd name="connsiteX6" fmla="*/ 875071 w 1592826"/>
              <a:gd name="connsiteY6" fmla="*/ 0 h 1730477"/>
              <a:gd name="connsiteX7" fmla="*/ 648929 w 1592826"/>
              <a:gd name="connsiteY7" fmla="*/ 9832 h 1730477"/>
              <a:gd name="connsiteX8" fmla="*/ 432619 w 1592826"/>
              <a:gd name="connsiteY8" fmla="*/ 117987 h 1730477"/>
              <a:gd name="connsiteX9" fmla="*/ 334297 w 1592826"/>
              <a:gd name="connsiteY9" fmla="*/ 255639 h 1730477"/>
              <a:gd name="connsiteX10" fmla="*/ 285135 w 1592826"/>
              <a:gd name="connsiteY10" fmla="*/ 471948 h 1730477"/>
              <a:gd name="connsiteX11" fmla="*/ 275303 w 1592826"/>
              <a:gd name="connsiteY11" fmla="*/ 1445342 h 1730477"/>
              <a:gd name="connsiteX12" fmla="*/ 29497 w 1592826"/>
              <a:gd name="connsiteY12" fmla="*/ 1435510 h 1730477"/>
              <a:gd name="connsiteX13" fmla="*/ 0 w 1592826"/>
              <a:gd name="connsiteY13" fmla="*/ 1700981 h 1730477"/>
              <a:gd name="connsiteX14" fmla="*/ 403122 w 1592826"/>
              <a:gd name="connsiteY14" fmla="*/ 1730477 h 1730477"/>
              <a:gd name="connsiteX0" fmla="*/ 403122 w 1592826"/>
              <a:gd name="connsiteY0" fmla="*/ 1730477 h 1730477"/>
              <a:gd name="connsiteX1" fmla="*/ 1582993 w 1592826"/>
              <a:gd name="connsiteY1" fmla="*/ 1720645 h 1730477"/>
              <a:gd name="connsiteX2" fmla="*/ 1592826 w 1592826"/>
              <a:gd name="connsiteY2" fmla="*/ 1494503 h 1730477"/>
              <a:gd name="connsiteX3" fmla="*/ 1435509 w 1592826"/>
              <a:gd name="connsiteY3" fmla="*/ 1494503 h 1730477"/>
              <a:gd name="connsiteX4" fmla="*/ 1435509 w 1592826"/>
              <a:gd name="connsiteY4" fmla="*/ 432619 h 1730477"/>
              <a:gd name="connsiteX5" fmla="*/ 1189703 w 1592826"/>
              <a:gd name="connsiteY5" fmla="*/ 108155 h 1730477"/>
              <a:gd name="connsiteX6" fmla="*/ 914400 w 1592826"/>
              <a:gd name="connsiteY6" fmla="*/ 0 h 1730477"/>
              <a:gd name="connsiteX7" fmla="*/ 648929 w 1592826"/>
              <a:gd name="connsiteY7" fmla="*/ 9832 h 1730477"/>
              <a:gd name="connsiteX8" fmla="*/ 432619 w 1592826"/>
              <a:gd name="connsiteY8" fmla="*/ 117987 h 1730477"/>
              <a:gd name="connsiteX9" fmla="*/ 334297 w 1592826"/>
              <a:gd name="connsiteY9" fmla="*/ 255639 h 1730477"/>
              <a:gd name="connsiteX10" fmla="*/ 285135 w 1592826"/>
              <a:gd name="connsiteY10" fmla="*/ 471948 h 1730477"/>
              <a:gd name="connsiteX11" fmla="*/ 275303 w 1592826"/>
              <a:gd name="connsiteY11" fmla="*/ 1445342 h 1730477"/>
              <a:gd name="connsiteX12" fmla="*/ 29497 w 1592826"/>
              <a:gd name="connsiteY12" fmla="*/ 1435510 h 1730477"/>
              <a:gd name="connsiteX13" fmla="*/ 0 w 1592826"/>
              <a:gd name="connsiteY13" fmla="*/ 1700981 h 1730477"/>
              <a:gd name="connsiteX14" fmla="*/ 403122 w 1592826"/>
              <a:gd name="connsiteY14" fmla="*/ 1730477 h 1730477"/>
              <a:gd name="connsiteX0" fmla="*/ 403122 w 1592826"/>
              <a:gd name="connsiteY0" fmla="*/ 1730477 h 1730477"/>
              <a:gd name="connsiteX1" fmla="*/ 1582993 w 1592826"/>
              <a:gd name="connsiteY1" fmla="*/ 1720645 h 1730477"/>
              <a:gd name="connsiteX2" fmla="*/ 1592826 w 1592826"/>
              <a:gd name="connsiteY2" fmla="*/ 1494503 h 1730477"/>
              <a:gd name="connsiteX3" fmla="*/ 1435509 w 1592826"/>
              <a:gd name="connsiteY3" fmla="*/ 1494503 h 1730477"/>
              <a:gd name="connsiteX4" fmla="*/ 1435509 w 1592826"/>
              <a:gd name="connsiteY4" fmla="*/ 432619 h 1730477"/>
              <a:gd name="connsiteX5" fmla="*/ 1189703 w 1592826"/>
              <a:gd name="connsiteY5" fmla="*/ 108155 h 1730477"/>
              <a:gd name="connsiteX6" fmla="*/ 914400 w 1592826"/>
              <a:gd name="connsiteY6" fmla="*/ 0 h 1730477"/>
              <a:gd name="connsiteX7" fmla="*/ 688258 w 1592826"/>
              <a:gd name="connsiteY7" fmla="*/ 9832 h 1730477"/>
              <a:gd name="connsiteX8" fmla="*/ 432619 w 1592826"/>
              <a:gd name="connsiteY8" fmla="*/ 117987 h 1730477"/>
              <a:gd name="connsiteX9" fmla="*/ 334297 w 1592826"/>
              <a:gd name="connsiteY9" fmla="*/ 255639 h 1730477"/>
              <a:gd name="connsiteX10" fmla="*/ 285135 w 1592826"/>
              <a:gd name="connsiteY10" fmla="*/ 471948 h 1730477"/>
              <a:gd name="connsiteX11" fmla="*/ 275303 w 1592826"/>
              <a:gd name="connsiteY11" fmla="*/ 1445342 h 1730477"/>
              <a:gd name="connsiteX12" fmla="*/ 29497 w 1592826"/>
              <a:gd name="connsiteY12" fmla="*/ 1435510 h 1730477"/>
              <a:gd name="connsiteX13" fmla="*/ 0 w 1592826"/>
              <a:gd name="connsiteY13" fmla="*/ 1700981 h 1730477"/>
              <a:gd name="connsiteX14" fmla="*/ 403122 w 1592826"/>
              <a:gd name="connsiteY14" fmla="*/ 1730477 h 1730477"/>
              <a:gd name="connsiteX0" fmla="*/ 403122 w 1592826"/>
              <a:gd name="connsiteY0" fmla="*/ 1730477 h 1730477"/>
              <a:gd name="connsiteX1" fmla="*/ 1582993 w 1592826"/>
              <a:gd name="connsiteY1" fmla="*/ 1720645 h 1730477"/>
              <a:gd name="connsiteX2" fmla="*/ 1592826 w 1592826"/>
              <a:gd name="connsiteY2" fmla="*/ 1494503 h 1730477"/>
              <a:gd name="connsiteX3" fmla="*/ 1435509 w 1592826"/>
              <a:gd name="connsiteY3" fmla="*/ 1494503 h 1730477"/>
              <a:gd name="connsiteX4" fmla="*/ 1435509 w 1592826"/>
              <a:gd name="connsiteY4" fmla="*/ 432619 h 1730477"/>
              <a:gd name="connsiteX5" fmla="*/ 1238864 w 1592826"/>
              <a:gd name="connsiteY5" fmla="*/ 108155 h 1730477"/>
              <a:gd name="connsiteX6" fmla="*/ 914400 w 1592826"/>
              <a:gd name="connsiteY6" fmla="*/ 0 h 1730477"/>
              <a:gd name="connsiteX7" fmla="*/ 688258 w 1592826"/>
              <a:gd name="connsiteY7" fmla="*/ 9832 h 1730477"/>
              <a:gd name="connsiteX8" fmla="*/ 432619 w 1592826"/>
              <a:gd name="connsiteY8" fmla="*/ 117987 h 1730477"/>
              <a:gd name="connsiteX9" fmla="*/ 334297 w 1592826"/>
              <a:gd name="connsiteY9" fmla="*/ 255639 h 1730477"/>
              <a:gd name="connsiteX10" fmla="*/ 285135 w 1592826"/>
              <a:gd name="connsiteY10" fmla="*/ 471948 h 1730477"/>
              <a:gd name="connsiteX11" fmla="*/ 275303 w 1592826"/>
              <a:gd name="connsiteY11" fmla="*/ 1445342 h 1730477"/>
              <a:gd name="connsiteX12" fmla="*/ 29497 w 1592826"/>
              <a:gd name="connsiteY12" fmla="*/ 1435510 h 1730477"/>
              <a:gd name="connsiteX13" fmla="*/ 0 w 1592826"/>
              <a:gd name="connsiteY13" fmla="*/ 1700981 h 1730477"/>
              <a:gd name="connsiteX14" fmla="*/ 403122 w 1592826"/>
              <a:gd name="connsiteY14" fmla="*/ 1730477 h 1730477"/>
              <a:gd name="connsiteX0" fmla="*/ 403122 w 1592826"/>
              <a:gd name="connsiteY0" fmla="*/ 1730477 h 1730477"/>
              <a:gd name="connsiteX1" fmla="*/ 1582993 w 1592826"/>
              <a:gd name="connsiteY1" fmla="*/ 1720645 h 1730477"/>
              <a:gd name="connsiteX2" fmla="*/ 1592826 w 1592826"/>
              <a:gd name="connsiteY2" fmla="*/ 1494503 h 1730477"/>
              <a:gd name="connsiteX3" fmla="*/ 1435509 w 1592826"/>
              <a:gd name="connsiteY3" fmla="*/ 1494503 h 1730477"/>
              <a:gd name="connsiteX4" fmla="*/ 1435509 w 1592826"/>
              <a:gd name="connsiteY4" fmla="*/ 432619 h 1730477"/>
              <a:gd name="connsiteX5" fmla="*/ 1238864 w 1592826"/>
              <a:gd name="connsiteY5" fmla="*/ 108155 h 1730477"/>
              <a:gd name="connsiteX6" fmla="*/ 914400 w 1592826"/>
              <a:gd name="connsiteY6" fmla="*/ 0 h 1730477"/>
              <a:gd name="connsiteX7" fmla="*/ 688258 w 1592826"/>
              <a:gd name="connsiteY7" fmla="*/ 9832 h 1730477"/>
              <a:gd name="connsiteX8" fmla="*/ 471948 w 1592826"/>
              <a:gd name="connsiteY8" fmla="*/ 117987 h 1730477"/>
              <a:gd name="connsiteX9" fmla="*/ 334297 w 1592826"/>
              <a:gd name="connsiteY9" fmla="*/ 255639 h 1730477"/>
              <a:gd name="connsiteX10" fmla="*/ 285135 w 1592826"/>
              <a:gd name="connsiteY10" fmla="*/ 471948 h 1730477"/>
              <a:gd name="connsiteX11" fmla="*/ 275303 w 1592826"/>
              <a:gd name="connsiteY11" fmla="*/ 1445342 h 1730477"/>
              <a:gd name="connsiteX12" fmla="*/ 29497 w 1592826"/>
              <a:gd name="connsiteY12" fmla="*/ 1435510 h 1730477"/>
              <a:gd name="connsiteX13" fmla="*/ 0 w 1592826"/>
              <a:gd name="connsiteY13" fmla="*/ 1700981 h 1730477"/>
              <a:gd name="connsiteX14" fmla="*/ 403122 w 1592826"/>
              <a:gd name="connsiteY14" fmla="*/ 1730477 h 173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92826" h="1730477">
                <a:moveTo>
                  <a:pt x="403122" y="1730477"/>
                </a:moveTo>
                <a:lnTo>
                  <a:pt x="1582993" y="1720645"/>
                </a:lnTo>
                <a:lnTo>
                  <a:pt x="1592826" y="1494503"/>
                </a:lnTo>
                <a:lnTo>
                  <a:pt x="1435509" y="1494503"/>
                </a:lnTo>
                <a:lnTo>
                  <a:pt x="1435509" y="432619"/>
                </a:lnTo>
                <a:lnTo>
                  <a:pt x="1238864" y="108155"/>
                </a:lnTo>
                <a:lnTo>
                  <a:pt x="914400" y="0"/>
                </a:lnTo>
                <a:lnTo>
                  <a:pt x="688258" y="9832"/>
                </a:lnTo>
                <a:lnTo>
                  <a:pt x="471948" y="117987"/>
                </a:lnTo>
                <a:lnTo>
                  <a:pt x="334297" y="255639"/>
                </a:lnTo>
                <a:lnTo>
                  <a:pt x="285135" y="471948"/>
                </a:lnTo>
                <a:cubicBezTo>
                  <a:pt x="281858" y="796413"/>
                  <a:pt x="278580" y="1120877"/>
                  <a:pt x="275303" y="1445342"/>
                </a:cubicBezTo>
                <a:lnTo>
                  <a:pt x="29497" y="1435510"/>
                </a:lnTo>
                <a:lnTo>
                  <a:pt x="0" y="1700981"/>
                </a:lnTo>
                <a:lnTo>
                  <a:pt x="403122" y="17304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FE6E4D-320F-0E77-DCAC-A0F6C6B36169}"/>
              </a:ext>
            </a:extLst>
          </p:cNvPr>
          <p:cNvSpPr txBox="1"/>
          <p:nvPr/>
        </p:nvSpPr>
        <p:spPr>
          <a:xfrm>
            <a:off x="3777399" y="460802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/>
              <a:t>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BECA92-6B48-8108-0051-972D2032D6CF}"/>
              </a:ext>
            </a:extLst>
          </p:cNvPr>
          <p:cNvSpPr txBox="1"/>
          <p:nvPr/>
        </p:nvSpPr>
        <p:spPr>
          <a:xfrm>
            <a:off x="6523141" y="4608028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/>
              <a:t>v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B92535-FACA-43D6-9758-96EFABF21EF7}"/>
              </a:ext>
            </a:extLst>
          </p:cNvPr>
          <p:cNvCxnSpPr>
            <a:cxnSpLocks/>
          </p:cNvCxnSpPr>
          <p:nvPr/>
        </p:nvCxnSpPr>
        <p:spPr bwMode="auto">
          <a:xfrm>
            <a:off x="3058146" y="4608028"/>
            <a:ext cx="213326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A7CA39-C21E-1DC9-92B6-4B852205AF0E}"/>
              </a:ext>
            </a:extLst>
          </p:cNvPr>
          <p:cNvCxnSpPr>
            <a:cxnSpLocks/>
          </p:cNvCxnSpPr>
          <p:nvPr/>
        </p:nvCxnSpPr>
        <p:spPr bwMode="auto">
          <a:xfrm flipV="1">
            <a:off x="5201181" y="4608029"/>
            <a:ext cx="3048069" cy="1669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3D4236C-2B8C-9C6B-3FEE-5185A7552819}"/>
              </a:ext>
            </a:extLst>
          </p:cNvPr>
          <p:cNvSpPr txBox="1"/>
          <p:nvPr/>
        </p:nvSpPr>
        <p:spPr>
          <a:xfrm>
            <a:off x="7828632" y="4709836"/>
            <a:ext cx="20033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Screen (white card)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43EA11-B880-B437-841C-5A92AF6522A8}"/>
              </a:ext>
            </a:extLst>
          </p:cNvPr>
          <p:cNvSpPr txBox="1"/>
          <p:nvPr/>
        </p:nvSpPr>
        <p:spPr>
          <a:xfrm>
            <a:off x="5820543" y="152614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Image of LED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DA09572-7981-1D6B-1BEA-2CA3C7BB4787}"/>
              </a:ext>
            </a:extLst>
          </p:cNvPr>
          <p:cNvCxnSpPr/>
          <p:nvPr/>
        </p:nvCxnSpPr>
        <p:spPr bwMode="auto">
          <a:xfrm>
            <a:off x="7036544" y="1959497"/>
            <a:ext cx="1050652" cy="11270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9C4648E-1BDB-F21B-7DA6-110850FECB90}"/>
              </a:ext>
            </a:extLst>
          </p:cNvPr>
          <p:cNvSpPr txBox="1"/>
          <p:nvPr/>
        </p:nvSpPr>
        <p:spPr>
          <a:xfrm>
            <a:off x="2501331" y="2395062"/>
            <a:ext cx="1050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/>
              <a:t>LED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D16EF8-64F5-F1C6-AE7B-F317A681321B}"/>
              </a:ext>
            </a:extLst>
          </p:cNvPr>
          <p:cNvSpPr txBox="1"/>
          <p:nvPr/>
        </p:nvSpPr>
        <p:spPr>
          <a:xfrm>
            <a:off x="4467503" y="1724693"/>
            <a:ext cx="1784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/>
              <a:t>Convex Lens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C237D89-50CA-2BF0-3579-073CA5517486}"/>
              </a:ext>
            </a:extLst>
          </p:cNvPr>
          <p:cNvSpPr/>
          <p:nvPr/>
        </p:nvSpPr>
        <p:spPr bwMode="auto">
          <a:xfrm>
            <a:off x="5088549" y="2655384"/>
            <a:ext cx="205714" cy="1698157"/>
          </a:xfrm>
          <a:custGeom>
            <a:avLst/>
            <a:gdLst>
              <a:gd name="connsiteX0" fmla="*/ 191386 w 627321"/>
              <a:gd name="connsiteY0" fmla="*/ 0 h 2519916"/>
              <a:gd name="connsiteX1" fmla="*/ 627321 w 627321"/>
              <a:gd name="connsiteY1" fmla="*/ 2519916 h 2519916"/>
              <a:gd name="connsiteX2" fmla="*/ 0 w 627321"/>
              <a:gd name="connsiteY2" fmla="*/ 2509283 h 2519916"/>
              <a:gd name="connsiteX3" fmla="*/ 191386 w 627321"/>
              <a:gd name="connsiteY3" fmla="*/ 0 h 2519916"/>
              <a:gd name="connsiteX0" fmla="*/ 191386 w 191386"/>
              <a:gd name="connsiteY0" fmla="*/ 0 h 2509283"/>
              <a:gd name="connsiteX1" fmla="*/ 0 w 191386"/>
              <a:gd name="connsiteY1" fmla="*/ 2509283 h 2509283"/>
              <a:gd name="connsiteX2" fmla="*/ 191386 w 191386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191386 w 282600"/>
              <a:gd name="connsiteY0" fmla="*/ 0 h 2509283"/>
              <a:gd name="connsiteX1" fmla="*/ 0 w 282600"/>
              <a:gd name="connsiteY1" fmla="*/ 2509283 h 2509283"/>
              <a:gd name="connsiteX2" fmla="*/ 191386 w 282600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242724 w 272066"/>
              <a:gd name="connsiteY0" fmla="*/ 0 h 2509283"/>
              <a:gd name="connsiteX1" fmla="*/ 51338 w 272066"/>
              <a:gd name="connsiteY1" fmla="*/ 2509283 h 2509283"/>
              <a:gd name="connsiteX2" fmla="*/ 242724 w 272066"/>
              <a:gd name="connsiteY2" fmla="*/ 0 h 2509283"/>
              <a:gd name="connsiteX0" fmla="*/ 242724 w 431108"/>
              <a:gd name="connsiteY0" fmla="*/ 0 h 2509283"/>
              <a:gd name="connsiteX1" fmla="*/ 51338 w 431108"/>
              <a:gd name="connsiteY1" fmla="*/ 2509283 h 2509283"/>
              <a:gd name="connsiteX2" fmla="*/ 242724 w 431108"/>
              <a:gd name="connsiteY2" fmla="*/ 0 h 2509283"/>
              <a:gd name="connsiteX0" fmla="*/ 198091 w 442874"/>
              <a:gd name="connsiteY0" fmla="*/ 0 h 2488018"/>
              <a:gd name="connsiteX1" fmla="*/ 144928 w 442874"/>
              <a:gd name="connsiteY1" fmla="*/ 2488018 h 2488018"/>
              <a:gd name="connsiteX2" fmla="*/ 198091 w 442874"/>
              <a:gd name="connsiteY2" fmla="*/ 0 h 2488018"/>
              <a:gd name="connsiteX0" fmla="*/ 258630 w 503413"/>
              <a:gd name="connsiteY0" fmla="*/ 0 h 2488018"/>
              <a:gd name="connsiteX1" fmla="*/ 205467 w 503413"/>
              <a:gd name="connsiteY1" fmla="*/ 2488018 h 2488018"/>
              <a:gd name="connsiteX2" fmla="*/ 258630 w 503413"/>
              <a:gd name="connsiteY2" fmla="*/ 0 h 2488018"/>
              <a:gd name="connsiteX0" fmla="*/ 258630 w 434490"/>
              <a:gd name="connsiteY0" fmla="*/ 0 h 2488018"/>
              <a:gd name="connsiteX1" fmla="*/ 205467 w 434490"/>
              <a:gd name="connsiteY1" fmla="*/ 2488018 h 2488018"/>
              <a:gd name="connsiteX2" fmla="*/ 258630 w 434490"/>
              <a:gd name="connsiteY2" fmla="*/ 0 h 2488018"/>
              <a:gd name="connsiteX0" fmla="*/ 242605 w 433746"/>
              <a:gd name="connsiteY0" fmla="*/ 0 h 2668772"/>
              <a:gd name="connsiteX1" fmla="*/ 231972 w 433746"/>
              <a:gd name="connsiteY1" fmla="*/ 2668772 h 2668772"/>
              <a:gd name="connsiteX2" fmla="*/ 242605 w 433746"/>
              <a:gd name="connsiteY2" fmla="*/ 0 h 2668772"/>
              <a:gd name="connsiteX0" fmla="*/ 179477 w 370618"/>
              <a:gd name="connsiteY0" fmla="*/ 0 h 2668772"/>
              <a:gd name="connsiteX1" fmla="*/ 168844 w 370618"/>
              <a:gd name="connsiteY1" fmla="*/ 2668772 h 2668772"/>
              <a:gd name="connsiteX2" fmla="*/ 179477 w 370618"/>
              <a:gd name="connsiteY2" fmla="*/ 0 h 2668772"/>
              <a:gd name="connsiteX0" fmla="*/ 179477 w 326609"/>
              <a:gd name="connsiteY0" fmla="*/ 0 h 2668772"/>
              <a:gd name="connsiteX1" fmla="*/ 168844 w 326609"/>
              <a:gd name="connsiteY1" fmla="*/ 2668772 h 2668772"/>
              <a:gd name="connsiteX2" fmla="*/ 179477 w 326609"/>
              <a:gd name="connsiteY2" fmla="*/ 0 h 2668772"/>
              <a:gd name="connsiteX0" fmla="*/ 179477 w 322355"/>
              <a:gd name="connsiteY0" fmla="*/ 0 h 2668772"/>
              <a:gd name="connsiteX1" fmla="*/ 168844 w 322355"/>
              <a:gd name="connsiteY1" fmla="*/ 2668772 h 2668772"/>
              <a:gd name="connsiteX2" fmla="*/ 179477 w 322355"/>
              <a:gd name="connsiteY2" fmla="*/ 0 h 2668772"/>
              <a:gd name="connsiteX0" fmla="*/ 157761 w 300639"/>
              <a:gd name="connsiteY0" fmla="*/ 0 h 2668772"/>
              <a:gd name="connsiteX1" fmla="*/ 147128 w 300639"/>
              <a:gd name="connsiteY1" fmla="*/ 2668772 h 2668772"/>
              <a:gd name="connsiteX2" fmla="*/ 157761 w 300639"/>
              <a:gd name="connsiteY2" fmla="*/ 0 h 2668772"/>
              <a:gd name="connsiteX0" fmla="*/ 144523 w 302708"/>
              <a:gd name="connsiteY0" fmla="*/ 0 h 2668772"/>
              <a:gd name="connsiteX1" fmla="*/ 165788 w 302708"/>
              <a:gd name="connsiteY1" fmla="*/ 2668772 h 2668772"/>
              <a:gd name="connsiteX2" fmla="*/ 144523 w 302708"/>
              <a:gd name="connsiteY2" fmla="*/ 0 h 2668772"/>
              <a:gd name="connsiteX0" fmla="*/ 141246 w 299431"/>
              <a:gd name="connsiteY0" fmla="*/ 0 h 2668772"/>
              <a:gd name="connsiteX1" fmla="*/ 162511 w 299431"/>
              <a:gd name="connsiteY1" fmla="*/ 2668772 h 2668772"/>
              <a:gd name="connsiteX2" fmla="*/ 141246 w 299431"/>
              <a:gd name="connsiteY2" fmla="*/ 0 h 2668772"/>
              <a:gd name="connsiteX0" fmla="*/ 141246 w 295417"/>
              <a:gd name="connsiteY0" fmla="*/ 0 h 2668772"/>
              <a:gd name="connsiteX1" fmla="*/ 162511 w 295417"/>
              <a:gd name="connsiteY1" fmla="*/ 2668772 h 2668772"/>
              <a:gd name="connsiteX2" fmla="*/ 141246 w 295417"/>
              <a:gd name="connsiteY2" fmla="*/ 0 h 2668772"/>
              <a:gd name="connsiteX0" fmla="*/ 174134 w 296321"/>
              <a:gd name="connsiteY0" fmla="*/ 0 h 2690037"/>
              <a:gd name="connsiteX1" fmla="*/ 120972 w 296321"/>
              <a:gd name="connsiteY1" fmla="*/ 2690037 h 2690037"/>
              <a:gd name="connsiteX2" fmla="*/ 174134 w 296321"/>
              <a:gd name="connsiteY2" fmla="*/ 0 h 2690037"/>
              <a:gd name="connsiteX0" fmla="*/ 141244 w 295416"/>
              <a:gd name="connsiteY0" fmla="*/ 0 h 2690037"/>
              <a:gd name="connsiteX1" fmla="*/ 162510 w 295416"/>
              <a:gd name="connsiteY1" fmla="*/ 2690037 h 2690037"/>
              <a:gd name="connsiteX2" fmla="*/ 141244 w 295416"/>
              <a:gd name="connsiteY2" fmla="*/ 0 h 2690037"/>
              <a:gd name="connsiteX0" fmla="*/ 110167 w 264339"/>
              <a:gd name="connsiteY0" fmla="*/ 0 h 2690037"/>
              <a:gd name="connsiteX1" fmla="*/ 131433 w 264339"/>
              <a:gd name="connsiteY1" fmla="*/ 2690037 h 2690037"/>
              <a:gd name="connsiteX2" fmla="*/ 110167 w 264339"/>
              <a:gd name="connsiteY2" fmla="*/ 0 h 2690037"/>
              <a:gd name="connsiteX0" fmla="*/ 117454 w 271626"/>
              <a:gd name="connsiteY0" fmla="*/ 0 h 2690037"/>
              <a:gd name="connsiteX1" fmla="*/ 138720 w 271626"/>
              <a:gd name="connsiteY1" fmla="*/ 2690037 h 2690037"/>
              <a:gd name="connsiteX2" fmla="*/ 117454 w 271626"/>
              <a:gd name="connsiteY2" fmla="*/ 0 h 2690037"/>
              <a:gd name="connsiteX0" fmla="*/ 117454 w 267667"/>
              <a:gd name="connsiteY0" fmla="*/ 0 h 2690037"/>
              <a:gd name="connsiteX1" fmla="*/ 138720 w 267667"/>
              <a:gd name="connsiteY1" fmla="*/ 2690037 h 2690037"/>
              <a:gd name="connsiteX2" fmla="*/ 117454 w 267667"/>
              <a:gd name="connsiteY2" fmla="*/ 0 h 269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667" h="2690037">
                <a:moveTo>
                  <a:pt x="117454" y="0"/>
                </a:moveTo>
                <a:cubicBezTo>
                  <a:pt x="330105" y="698204"/>
                  <a:pt x="298207" y="2076893"/>
                  <a:pt x="138720" y="2690037"/>
                </a:cubicBezTo>
                <a:cubicBezTo>
                  <a:pt x="-31401" y="2044995"/>
                  <a:pt x="-52666" y="730102"/>
                  <a:pt x="117454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3AE74-D803-8EA8-8BD2-70DBC77F83DB}"/>
              </a:ext>
            </a:extLst>
          </p:cNvPr>
          <p:cNvSpPr txBox="1"/>
          <p:nvPr/>
        </p:nvSpPr>
        <p:spPr>
          <a:xfrm>
            <a:off x="1524001" y="6611780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Edited V1.1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230FED-6B09-AA80-0414-79212CD0F353}"/>
              </a:ext>
            </a:extLst>
          </p:cNvPr>
          <p:cNvCxnSpPr>
            <a:cxnSpLocks/>
          </p:cNvCxnSpPr>
          <p:nvPr/>
        </p:nvCxnSpPr>
        <p:spPr>
          <a:xfrm flipH="1">
            <a:off x="5191406" y="4353541"/>
            <a:ext cx="9774" cy="60974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19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07A6-7E0E-DF3C-6B12-9B3D84B9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140417"/>
            <a:ext cx="8712200" cy="705642"/>
          </a:xfrm>
        </p:spPr>
        <p:txBody>
          <a:bodyPr/>
          <a:lstStyle/>
          <a:p>
            <a:r>
              <a:rPr lang="en-GB" dirty="0"/>
              <a:t>Find u and v</a:t>
            </a:r>
            <a:endParaRPr lang="en-I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977188-9F9C-151A-F53A-8A33BD569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787" y="1274989"/>
            <a:ext cx="4318000" cy="26853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4B72BF-C356-6C23-67D4-A35C4FCFB5E0}"/>
              </a:ext>
            </a:extLst>
          </p:cNvPr>
          <p:cNvSpPr txBox="1"/>
          <p:nvPr/>
        </p:nvSpPr>
        <p:spPr>
          <a:xfrm>
            <a:off x="1778000" y="1472761"/>
            <a:ext cx="43180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Create an image of a bright object on the screen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Move the screen until image is sharp.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Measure and record u and v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Repeat for different values of 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E5EA7-CABB-1AC1-0A63-77DE317C67BB}"/>
              </a:ext>
            </a:extLst>
          </p:cNvPr>
          <p:cNvSpPr txBox="1"/>
          <p:nvPr/>
        </p:nvSpPr>
        <p:spPr>
          <a:xfrm>
            <a:off x="6366592" y="4446601"/>
            <a:ext cx="43014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Note, when we get a sharp image we can say that it is “in focus”. This does NOT mean it is “at the focus” (its not)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CCBECE-7334-B014-88FD-248D3C2A4E70}"/>
              </a:ext>
            </a:extLst>
          </p:cNvPr>
          <p:cNvCxnSpPr>
            <a:cxnSpLocks/>
          </p:cNvCxnSpPr>
          <p:nvPr/>
        </p:nvCxnSpPr>
        <p:spPr>
          <a:xfrm flipH="1">
            <a:off x="7799614" y="3288834"/>
            <a:ext cx="9774" cy="60974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672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69D6-0C57-E74F-B1C4-5FC1C059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142020"/>
            <a:ext cx="8712200" cy="705642"/>
          </a:xfrm>
        </p:spPr>
        <p:txBody>
          <a:bodyPr/>
          <a:lstStyle/>
          <a:p>
            <a:r>
              <a:rPr lang="en-IE" dirty="0"/>
              <a:t>Data and calculations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ECF725-AA57-3E20-5A6C-BD60BFC2A91B}"/>
                  </a:ext>
                </a:extLst>
              </p:cNvPr>
              <p:cNvSpPr txBox="1"/>
              <p:nvPr/>
            </p:nvSpPr>
            <p:spPr>
              <a:xfrm>
                <a:off x="1624680" y="3932908"/>
                <a:ext cx="8942640" cy="1019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GB" sz="26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𝑃𝑒𝑟𝑐𝑒𝑛𝑡𝑎𝑔𝑒</m:t>
                      </m:r>
                      <m:r>
                        <a:rPr lang="en-GB" sz="26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26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𝑒𝑟𝑟𝑜𝑟</m:t>
                      </m:r>
                      <m:r>
                        <a:rPr lang="en-GB" sz="26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26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26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26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𝑡𝑟𝑢𝑒</m:t>
                              </m:r>
                              <m:r>
                                <a:rPr lang="en-GB" sz="26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GB" sz="26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𝑣𝑎𝑙𝑢𝑒</m:t>
                              </m:r>
                              <m:r>
                                <a:rPr lang="en-GB" sz="26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</m:t>
                              </m:r>
                              <m:r>
                                <a:rPr lang="en-GB" sz="26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𝑚𝑒𝑎𝑠𝑢𝑟𝑒𝑑</m:t>
                              </m:r>
                              <m:r>
                                <a:rPr lang="en-GB" sz="26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GB" sz="26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𝑣𝑎𝑙𝑢𝑒</m:t>
                              </m:r>
                            </m:e>
                          </m:d>
                        </m:num>
                        <m:den>
                          <m:r>
                            <a:rPr lang="en-GB" sz="26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𝑇𝑟𝑢𝑒</m:t>
                          </m:r>
                          <m:r>
                            <a:rPr lang="en-GB" sz="26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GB" sz="26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𝑉𝑎𝑙𝑢𝑒</m:t>
                          </m:r>
                        </m:den>
                      </m:f>
                      <m:r>
                        <a:rPr lang="en-GB" sz="26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×100</m:t>
                      </m:r>
                    </m:oMath>
                  </m:oMathPara>
                </a14:m>
                <a:endParaRPr lang="en-GB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ECF725-AA57-3E20-5A6C-BD60BFC2A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680" y="3932908"/>
                <a:ext cx="8942640" cy="1019766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5F78629-01E4-F423-4707-0E074FC3CE6A}"/>
              </a:ext>
            </a:extLst>
          </p:cNvPr>
          <p:cNvSpPr/>
          <p:nvPr/>
        </p:nvSpPr>
        <p:spPr>
          <a:xfrm>
            <a:off x="1933074" y="1118937"/>
            <a:ext cx="8557126" cy="263286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A91A406-CCBF-60DB-3BD5-2B9B069054E0}"/>
              </a:ext>
            </a:extLst>
          </p:cNvPr>
          <p:cNvGrpSpPr/>
          <p:nvPr/>
        </p:nvGrpSpPr>
        <p:grpSpPr>
          <a:xfrm>
            <a:off x="3034860" y="1118938"/>
            <a:ext cx="5963557" cy="2659589"/>
            <a:chOff x="1510859" y="1118937"/>
            <a:chExt cx="5888305" cy="385272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5D07B45-A562-4E8B-10F1-DE8EF4FA2815}"/>
                </a:ext>
              </a:extLst>
            </p:cNvPr>
            <p:cNvCxnSpPr/>
            <p:nvPr/>
          </p:nvCxnSpPr>
          <p:spPr>
            <a:xfrm>
              <a:off x="1510859" y="1118937"/>
              <a:ext cx="0" cy="381401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8B7AEA5-75E8-247E-7FAD-5B222737933E}"/>
                </a:ext>
              </a:extLst>
            </p:cNvPr>
            <p:cNvCxnSpPr/>
            <p:nvPr/>
          </p:nvCxnSpPr>
          <p:spPr>
            <a:xfrm>
              <a:off x="2887847" y="1118937"/>
              <a:ext cx="0" cy="381401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6CF52A7-8A5F-4E40-F06E-ED5C1F29295F}"/>
                </a:ext>
              </a:extLst>
            </p:cNvPr>
            <p:cNvCxnSpPr/>
            <p:nvPr/>
          </p:nvCxnSpPr>
          <p:spPr>
            <a:xfrm>
              <a:off x="3852116" y="1118937"/>
              <a:ext cx="0" cy="381401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D6199C6-A953-92D4-6DB8-798729788DC5}"/>
                </a:ext>
              </a:extLst>
            </p:cNvPr>
            <p:cNvCxnSpPr/>
            <p:nvPr/>
          </p:nvCxnSpPr>
          <p:spPr>
            <a:xfrm>
              <a:off x="4621866" y="1118937"/>
              <a:ext cx="0" cy="381401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FCCC009-2F73-DC2A-1277-FD7543D3CE8D}"/>
                </a:ext>
              </a:extLst>
            </p:cNvPr>
            <p:cNvCxnSpPr/>
            <p:nvPr/>
          </p:nvCxnSpPr>
          <p:spPr>
            <a:xfrm>
              <a:off x="5849671" y="1157648"/>
              <a:ext cx="0" cy="381401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C57615-F22B-4F70-419A-27670E74C024}"/>
                </a:ext>
              </a:extLst>
            </p:cNvPr>
            <p:cNvCxnSpPr/>
            <p:nvPr/>
          </p:nvCxnSpPr>
          <p:spPr>
            <a:xfrm>
              <a:off x="7399164" y="1118937"/>
              <a:ext cx="0" cy="381401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BBEBF39-2D26-8C32-BEAC-F04DECDCE619}"/>
                </a:ext>
              </a:extLst>
            </p:cNvPr>
            <p:cNvCxnSpPr/>
            <p:nvPr/>
          </p:nvCxnSpPr>
          <p:spPr>
            <a:xfrm>
              <a:off x="6542277" y="1118937"/>
              <a:ext cx="0" cy="381401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533C6CE-1305-CE9B-F8E3-5B608A2232FD}"/>
              </a:ext>
            </a:extLst>
          </p:cNvPr>
          <p:cNvGrpSpPr/>
          <p:nvPr/>
        </p:nvGrpSpPr>
        <p:grpSpPr>
          <a:xfrm>
            <a:off x="1933074" y="2217907"/>
            <a:ext cx="8557126" cy="1011677"/>
            <a:chOff x="409074" y="2217906"/>
            <a:chExt cx="8557126" cy="101167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F5BD18D-253C-24EF-9AF1-0077A248E548}"/>
                </a:ext>
              </a:extLst>
            </p:cNvPr>
            <p:cNvCxnSpPr/>
            <p:nvPr/>
          </p:nvCxnSpPr>
          <p:spPr>
            <a:xfrm>
              <a:off x="409074" y="2217906"/>
              <a:ext cx="8557126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57CF6F5-DF2E-7304-DFE6-59AB210B8D57}"/>
                </a:ext>
              </a:extLst>
            </p:cNvPr>
            <p:cNvCxnSpPr/>
            <p:nvPr/>
          </p:nvCxnSpPr>
          <p:spPr>
            <a:xfrm>
              <a:off x="409074" y="2723745"/>
              <a:ext cx="8557126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422200-F75F-8774-AB5A-ACBD7892FEE7}"/>
                </a:ext>
              </a:extLst>
            </p:cNvPr>
            <p:cNvCxnSpPr/>
            <p:nvPr/>
          </p:nvCxnSpPr>
          <p:spPr>
            <a:xfrm>
              <a:off x="409074" y="3229583"/>
              <a:ext cx="8557126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D45E02-8B1F-67E3-5631-D1B1C9FBA6B8}"/>
                  </a:ext>
                </a:extLst>
              </p:cNvPr>
              <p:cNvSpPr txBox="1"/>
              <p:nvPr/>
            </p:nvSpPr>
            <p:spPr>
              <a:xfrm>
                <a:off x="1819877" y="1328291"/>
                <a:ext cx="1349280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𝑐𝑚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D45E02-8B1F-67E3-5631-D1B1C9FBA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877" y="1328291"/>
                <a:ext cx="1349280" cy="677108"/>
              </a:xfrm>
              <a:prstGeom prst="rect">
                <a:avLst/>
              </a:prstGeom>
              <a:blipFill>
                <a:blip r:embed="rId4"/>
                <a:stretch>
                  <a:fillRect r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3DF279-1D50-278D-DFBE-981723AF4E84}"/>
                  </a:ext>
                </a:extLst>
              </p:cNvPr>
              <p:cNvSpPr txBox="1"/>
              <p:nvPr/>
            </p:nvSpPr>
            <p:spPr>
              <a:xfrm>
                <a:off x="2971654" y="1359693"/>
                <a:ext cx="1349280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𝑣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𝑐𝑚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3DF279-1D50-278D-DFBE-981723AF4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654" y="1359693"/>
                <a:ext cx="1349280" cy="677108"/>
              </a:xfrm>
              <a:prstGeom prst="rect">
                <a:avLst/>
              </a:prstGeom>
              <a:blipFill>
                <a:blip r:embed="rId5"/>
                <a:stretch>
                  <a:fillRect r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8B128F-9A53-1F50-D4C1-A34D12E60A0C}"/>
                  </a:ext>
                </a:extLst>
              </p:cNvPr>
              <p:cNvSpPr txBox="1"/>
              <p:nvPr/>
            </p:nvSpPr>
            <p:spPr>
              <a:xfrm>
                <a:off x="4513092" y="1148866"/>
                <a:ext cx="499945" cy="1055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8B128F-9A53-1F50-D4C1-A34D12E60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092" y="1148866"/>
                <a:ext cx="499945" cy="1055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8A59B4-9596-BBB2-8388-1B3D01D2E47A}"/>
                  </a:ext>
                </a:extLst>
              </p:cNvPr>
              <p:cNvSpPr txBox="1"/>
              <p:nvPr/>
            </p:nvSpPr>
            <p:spPr>
              <a:xfrm>
                <a:off x="5321513" y="1145660"/>
                <a:ext cx="490134" cy="10558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8A59B4-9596-BBB2-8388-1B3D01D2E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513" y="1145660"/>
                <a:ext cx="490134" cy="10558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50D4D1-C077-5DEE-82F3-7BB47CF6FADB}"/>
                  </a:ext>
                </a:extLst>
              </p:cNvPr>
              <p:cNvSpPr txBox="1"/>
              <p:nvPr/>
            </p:nvSpPr>
            <p:spPr>
              <a:xfrm>
                <a:off x="6211638" y="1180841"/>
                <a:ext cx="1133259" cy="10558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50D4D1-C077-5DEE-82F3-7BB47CF6F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38" y="1180841"/>
                <a:ext cx="1133259" cy="10558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A2B61B9-B17A-3246-9C71-31062D1A910F}"/>
                  </a:ext>
                </a:extLst>
              </p:cNvPr>
              <p:cNvSpPr txBox="1"/>
              <p:nvPr/>
            </p:nvSpPr>
            <p:spPr>
              <a:xfrm>
                <a:off x="7443025" y="1170315"/>
                <a:ext cx="491738" cy="11312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A2B61B9-B17A-3246-9C71-31062D1A9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025" y="1170315"/>
                <a:ext cx="491738" cy="1131207"/>
              </a:xfrm>
              <a:prstGeom prst="rect">
                <a:avLst/>
              </a:prstGeom>
              <a:blipFill>
                <a:blip r:embed="rId9"/>
                <a:stretch>
                  <a:fillRect l="-5128"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15BDA77-E4BC-5850-49FA-6ED2313C6341}"/>
                  </a:ext>
                </a:extLst>
              </p:cNvPr>
              <p:cNvSpPr txBox="1"/>
              <p:nvPr/>
            </p:nvSpPr>
            <p:spPr>
              <a:xfrm>
                <a:off x="8998416" y="1170314"/>
                <a:ext cx="1572738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% 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𝑒𝑟𝑟𝑜𝑟</m:t>
                      </m:r>
                    </m:oMath>
                  </m:oMathPara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15BDA77-E4BC-5850-49FA-6ED2313C6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8416" y="1170314"/>
                <a:ext cx="1572738" cy="6771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34FB7D0-92B0-D6D8-0CD4-700C5E000204}"/>
              </a:ext>
            </a:extLst>
          </p:cNvPr>
          <p:cNvSpPr txBox="1"/>
          <p:nvPr/>
        </p:nvSpPr>
        <p:spPr>
          <a:xfrm>
            <a:off x="1869536" y="5133780"/>
            <a:ext cx="83562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If f is not given, use the value that you measured using a distant object as the true value.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D412C3-E178-8452-D568-81231408F234}"/>
                  </a:ext>
                </a:extLst>
              </p:cNvPr>
              <p:cNvSpPr txBox="1"/>
              <p:nvPr/>
            </p:nvSpPr>
            <p:spPr>
              <a:xfrm>
                <a:off x="8130578" y="1254412"/>
                <a:ext cx="105484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𝑓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  <m:oMath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𝑐𝑚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D412C3-E178-8452-D568-81231408F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578" y="1254412"/>
                <a:ext cx="1054841" cy="1107996"/>
              </a:xfrm>
              <a:prstGeom prst="rect">
                <a:avLst/>
              </a:prstGeom>
              <a:blipFill>
                <a:blip r:embed="rId11"/>
                <a:stretch>
                  <a:fillRect l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01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069D4-6595-D3F5-E17F-3F146149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0986-2D39-944F-A9CD-C5D4B87BA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667" y="197772"/>
            <a:ext cx="11616267" cy="594137"/>
          </a:xfrm>
        </p:spPr>
        <p:txBody>
          <a:bodyPr/>
          <a:lstStyle/>
          <a:p>
            <a:r>
              <a:rPr lang="en-IE" sz="3600" dirty="0"/>
              <a:t>Graph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109FE7-8E79-6793-B6AE-40D778FC4202}"/>
              </a:ext>
            </a:extLst>
          </p:cNvPr>
          <p:cNvCxnSpPr/>
          <p:nvPr/>
        </p:nvCxnSpPr>
        <p:spPr bwMode="auto">
          <a:xfrm>
            <a:off x="2756395" y="2930730"/>
            <a:ext cx="0" cy="149727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79952E-6150-F8D5-4BDF-8DA6651C72C9}"/>
              </a:ext>
            </a:extLst>
          </p:cNvPr>
          <p:cNvCxnSpPr/>
          <p:nvPr/>
        </p:nvCxnSpPr>
        <p:spPr bwMode="auto">
          <a:xfrm flipH="1">
            <a:off x="2756395" y="4428000"/>
            <a:ext cx="172819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B54F07-39D1-6941-8B50-6849D050CDBB}"/>
                  </a:ext>
                </a:extLst>
              </p:cNvPr>
              <p:cNvSpPr txBox="1"/>
              <p:nvPr/>
            </p:nvSpPr>
            <p:spPr>
              <a:xfrm>
                <a:off x="1892300" y="2854202"/>
                <a:ext cx="755224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E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E" sz="28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den>
                      </m:f>
                    </m:oMath>
                  </m:oMathPara>
                </a14:m>
                <a:endParaRPr lang="en-IE" sz="280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B54F07-39D1-6941-8B50-6849D050C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300" y="2854202"/>
                <a:ext cx="755224" cy="901785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534C71-CD12-D66E-E7BA-14223A58695F}"/>
                  </a:ext>
                </a:extLst>
              </p:cNvPr>
              <p:cNvSpPr txBox="1"/>
              <p:nvPr/>
            </p:nvSpPr>
            <p:spPr>
              <a:xfrm>
                <a:off x="4215351" y="4366260"/>
                <a:ext cx="755225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E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E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den>
                      </m:f>
                    </m:oMath>
                  </m:oMathPara>
                </a14:m>
                <a:endParaRPr lang="en-IE" sz="28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534C71-CD12-D66E-E7BA-14223A586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351" y="4366260"/>
                <a:ext cx="755225" cy="901785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9C438F-141D-64F3-FB11-76066A8E3310}"/>
                  </a:ext>
                </a:extLst>
              </p:cNvPr>
              <p:cNvSpPr txBox="1"/>
              <p:nvPr/>
            </p:nvSpPr>
            <p:spPr>
              <a:xfrm>
                <a:off x="5430172" y="1249819"/>
                <a:ext cx="4743303" cy="5012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IE" sz="2800" dirty="0"/>
                  <a:t>If the graph is a straight line you have verified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GB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IE" sz="2800" dirty="0"/>
                  <a:t> is a constant.</a:t>
                </a:r>
              </a:p>
              <a:p>
                <a:pPr>
                  <a:spcAft>
                    <a:spcPts val="1200"/>
                  </a:spcAft>
                </a:pPr>
                <a:r>
                  <a:rPr lang="en-IE" sz="2800" dirty="0"/>
                  <a:t>Find the two intercepts</a:t>
                </a:r>
              </a:p>
              <a:p>
                <a:pPr>
                  <a:spcAft>
                    <a:spcPts val="1200"/>
                  </a:spcAft>
                </a:pPr>
                <a:r>
                  <a:rPr lang="en-IE" sz="2800" dirty="0"/>
                  <a:t>Work out the average of the two 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800" dirty="0">
                    <a:latin typeface="+mj-lt"/>
                  </a:rPr>
                  <a:t>compare this average 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E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E" sz="2800" b="1" i="1">
                            <a:latin typeface="Cambria Math" panose="02040503050406030204" pitchFamily="18" charset="0"/>
                          </a:rPr>
                          <m:t>𝒇</m:t>
                        </m:r>
                      </m:den>
                    </m:f>
                  </m:oMath>
                </a14:m>
                <a:endParaRPr lang="en-IE" sz="2800" b="1" dirty="0"/>
              </a:p>
              <a:p>
                <a:pPr>
                  <a:spcAft>
                    <a:spcPts val="1200"/>
                  </a:spcAft>
                </a:pPr>
                <a:r>
                  <a:rPr lang="en-IE" sz="2800" dirty="0"/>
                  <a:t>calculate a percentage error assuming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E" sz="2800" dirty="0"/>
                  <a:t> is the true value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9C438F-141D-64F3-FB11-76066A8E3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172" y="1249819"/>
                <a:ext cx="4743303" cy="5012334"/>
              </a:xfrm>
              <a:prstGeom prst="rect">
                <a:avLst/>
              </a:prstGeom>
              <a:blipFill>
                <a:blip r:embed="rId4"/>
                <a:stretch>
                  <a:fillRect l="-2667" t="-1266" r="-533" b="-2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175C8E2-EACA-E049-DC2D-5D3FF326E6A9}"/>
              </a:ext>
            </a:extLst>
          </p:cNvPr>
          <p:cNvCxnSpPr/>
          <p:nvPr/>
        </p:nvCxnSpPr>
        <p:spPr bwMode="auto">
          <a:xfrm>
            <a:off x="2756396" y="3144034"/>
            <a:ext cx="1411605" cy="12839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3354E6-B0F8-5062-7D85-527515F9DDE7}"/>
                  </a:ext>
                </a:extLst>
              </p:cNvPr>
              <p:cNvSpPr txBox="1"/>
              <p:nvPr/>
            </p:nvSpPr>
            <p:spPr>
              <a:xfrm>
                <a:off x="1778000" y="1166273"/>
                <a:ext cx="3543300" cy="131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Plot  graph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versus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den>
                    </m:f>
                  </m:oMath>
                </a14:m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3354E6-B0F8-5062-7D85-527515F9D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0" y="1166273"/>
                <a:ext cx="3543300" cy="1313565"/>
              </a:xfrm>
              <a:prstGeom prst="rect">
                <a:avLst/>
              </a:prstGeom>
              <a:blipFill>
                <a:blip r:embed="rId5"/>
                <a:stretch>
                  <a:fillRect l="-3571"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39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4A85-B99C-348C-198F-236FA1679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0CD32-E793-C3D8-8409-368D4CAF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dirty="0"/>
              <a:t>Example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52A2810-79F1-31E4-B8AF-46906A75B38E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1646293" y="461664"/>
                <a:ext cx="8899415" cy="1089978"/>
              </a:xfrm>
              <a:noFill/>
            </p:spPr>
            <p:txBody>
              <a:bodyPr/>
              <a:lstStyle/>
              <a:p>
                <a:r>
                  <a:rPr lang="en-GB" dirty="0"/>
                  <a:t>Students obtained the below graph. Describe how this verifies the lens formula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GB" dirty="0"/>
                  <a:t>v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52A2810-79F1-31E4-B8AF-46906A75B3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646293" y="461664"/>
                <a:ext cx="8899415" cy="1089978"/>
              </a:xfrm>
              <a:blipFill>
                <a:blip r:embed="rId2"/>
                <a:stretch>
                  <a:fillRect l="-1425" t="-9195"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5F57B3-7148-84BA-645B-2FA3D1CB5903}"/>
              </a:ext>
            </a:extLst>
          </p:cNvPr>
          <p:cNvCxnSpPr/>
          <p:nvPr/>
        </p:nvCxnSpPr>
        <p:spPr bwMode="auto">
          <a:xfrm>
            <a:off x="2926301" y="1931730"/>
            <a:ext cx="0" cy="149727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29C6E3-B735-5B48-A38D-B22A16F8728C}"/>
              </a:ext>
            </a:extLst>
          </p:cNvPr>
          <p:cNvCxnSpPr/>
          <p:nvPr/>
        </p:nvCxnSpPr>
        <p:spPr bwMode="auto">
          <a:xfrm flipH="1">
            <a:off x="2926301" y="3429000"/>
            <a:ext cx="172819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CE72BF-6DEA-7495-D095-7E41D279C4DD}"/>
                  </a:ext>
                </a:extLst>
              </p:cNvPr>
              <p:cNvSpPr txBox="1"/>
              <p:nvPr/>
            </p:nvSpPr>
            <p:spPr>
              <a:xfrm>
                <a:off x="2062206" y="1855202"/>
                <a:ext cx="755224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E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E" sz="28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den>
                      </m:f>
                    </m:oMath>
                  </m:oMathPara>
                </a14:m>
                <a:endParaRPr lang="en-IE" sz="280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CE72BF-6DEA-7495-D095-7E41D279C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206" y="1855202"/>
                <a:ext cx="755224" cy="901785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86CB5-25D0-5944-E28A-ED55886B924E}"/>
                  </a:ext>
                </a:extLst>
              </p:cNvPr>
              <p:cNvSpPr txBox="1"/>
              <p:nvPr/>
            </p:nvSpPr>
            <p:spPr>
              <a:xfrm>
                <a:off x="4385257" y="3367260"/>
                <a:ext cx="755225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E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E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den>
                      </m:f>
                    </m:oMath>
                  </m:oMathPara>
                </a14:m>
                <a:endParaRPr lang="en-IE" sz="28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86CB5-25D0-5944-E28A-ED55886B9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257" y="3367260"/>
                <a:ext cx="755225" cy="901785"/>
              </a:xfrm>
              <a:prstGeom prst="rect">
                <a:avLst/>
              </a:prstGeom>
              <a:blipFill>
                <a:blip r:embed="rId4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5846F9-8BB6-9A3D-DAA3-459F8BBB722B}"/>
              </a:ext>
            </a:extLst>
          </p:cNvPr>
          <p:cNvCxnSpPr/>
          <p:nvPr/>
        </p:nvCxnSpPr>
        <p:spPr bwMode="auto">
          <a:xfrm>
            <a:off x="2926302" y="2145034"/>
            <a:ext cx="1411605" cy="12839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A67C2C-2378-AAA4-6301-90E4F6FE6D5C}"/>
                  </a:ext>
                </a:extLst>
              </p:cNvPr>
              <p:cNvSpPr txBox="1"/>
              <p:nvPr/>
            </p:nvSpPr>
            <p:spPr>
              <a:xfrm>
                <a:off x="5518816" y="1860064"/>
                <a:ext cx="5111606" cy="751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800" dirty="0"/>
                  <a:t>Re-arrange to get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GB" sz="28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a:rPr lang="en-GB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en-IE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A67C2C-2378-AAA4-6301-90E4F6FE6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16" y="1860064"/>
                <a:ext cx="5111606" cy="751616"/>
              </a:xfrm>
              <a:prstGeom prst="rect">
                <a:avLst/>
              </a:prstGeom>
              <a:blipFill>
                <a:blip r:embed="rId5"/>
                <a:stretch>
                  <a:fillRect l="-2475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7AD6BE-7F93-E504-AA80-3B967D737E84}"/>
                  </a:ext>
                </a:extLst>
              </p:cNvPr>
              <p:cNvSpPr txBox="1"/>
              <p:nvPr/>
            </p:nvSpPr>
            <p:spPr>
              <a:xfrm>
                <a:off x="5518816" y="2877857"/>
                <a:ext cx="5111606" cy="1921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800" dirty="0"/>
                  <a:t>This is now in the form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IE" sz="2800" dirty="0"/>
              </a:p>
              <a:p>
                <a:pPr>
                  <a:spcAft>
                    <a:spcPts val="1200"/>
                  </a:spcAft>
                </a:pPr>
                <a:r>
                  <a:rPr lang="en-IE" sz="2800" dirty="0"/>
                  <a:t>A line with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IE" sz="2800" dirty="0"/>
                  <a:t> and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en-IE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7AD6BE-7F93-E504-AA80-3B967D737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16" y="2877857"/>
                <a:ext cx="5111606" cy="1921167"/>
              </a:xfrm>
              <a:prstGeom prst="rect">
                <a:avLst/>
              </a:prstGeom>
              <a:blipFill>
                <a:blip r:embed="rId6"/>
                <a:stretch>
                  <a:fillRect l="-2475" t="-3289" b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10CE34-34E6-A22E-0CB3-BCBEB7990116}"/>
                  </a:ext>
                </a:extLst>
              </p:cNvPr>
              <p:cNvSpPr txBox="1"/>
              <p:nvPr/>
            </p:nvSpPr>
            <p:spPr>
              <a:xfrm>
                <a:off x="2062206" y="5350168"/>
                <a:ext cx="8167377" cy="1182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800" dirty="0"/>
                  <a:t>The graph is a straight line with a slope of -1 and a y intercept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lang="en-IE" sz="2800" dirty="0"/>
                  <a:t>. This verifies the formula.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10CE34-34E6-A22E-0CB3-BCBEB7990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206" y="5350168"/>
                <a:ext cx="8167377" cy="1182503"/>
              </a:xfrm>
              <a:prstGeom prst="rect">
                <a:avLst/>
              </a:prstGeom>
              <a:blipFill>
                <a:blip r:embed="rId7"/>
                <a:stretch>
                  <a:fillRect l="-1553" t="-5319" b="-5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6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DDC9-C998-AB97-10B4-99FF81164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AFF53-0B0C-83F8-CC7C-2B4EEFCB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 with secondary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279A6-F145-9F1F-68CF-6BEEAABABD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6293" y="461664"/>
            <a:ext cx="8899415" cy="2419124"/>
          </a:xfrm>
          <a:noFill/>
        </p:spPr>
        <p:txBody>
          <a:bodyPr/>
          <a:lstStyle/>
          <a:p>
            <a:r>
              <a:rPr lang="en-GB" dirty="0"/>
              <a:t>In an experiment to verify the lens formula students obtained the following data using a lens of focal length 16 cm. Use this data to draw a graph that verifies the formula and state how </a:t>
            </a:r>
            <a:br>
              <a:rPr lang="en-GB" dirty="0"/>
            </a:br>
            <a:r>
              <a:rPr lang="en-GB" dirty="0"/>
              <a:t>the graph verifies the </a:t>
            </a:r>
            <a:br>
              <a:rPr lang="en-GB" dirty="0"/>
            </a:br>
            <a:r>
              <a:rPr lang="en-GB" dirty="0"/>
              <a:t>formula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F135B0-9794-34A7-8588-8B5E5E099B30}"/>
              </a:ext>
            </a:extLst>
          </p:cNvPr>
          <p:cNvGrpSpPr/>
          <p:nvPr/>
        </p:nvGrpSpPr>
        <p:grpSpPr>
          <a:xfrm>
            <a:off x="5494751" y="1760693"/>
            <a:ext cx="5050956" cy="1193960"/>
            <a:chOff x="538619" y="1222326"/>
            <a:chExt cx="7867444" cy="18735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6017224-8E7C-3CAE-A319-5A7C70ABA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6750" t="15604" r="63375" b="13694"/>
            <a:stretch/>
          </p:blipFill>
          <p:spPr>
            <a:xfrm>
              <a:off x="2007487" y="1291812"/>
              <a:ext cx="1893386" cy="1773551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0F4C5E1-680D-5619-C989-86D460FA1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25" t="7251" r="90250" b="8659"/>
            <a:stretch>
              <a:fillRect/>
            </a:stretch>
          </p:blipFill>
          <p:spPr>
            <a:xfrm>
              <a:off x="538619" y="1222326"/>
              <a:ext cx="1468867" cy="187357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B54B9D6-C994-A233-C648-DC9D2B1FE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5889" t="15203" r="44236" b="14095"/>
            <a:stretch/>
          </p:blipFill>
          <p:spPr>
            <a:xfrm>
              <a:off x="3686111" y="1291812"/>
              <a:ext cx="1893386" cy="1773551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45C0916-5964-1B6F-87BB-D33E14D5B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5818" t="14649" r="26903" b="14649"/>
            <a:stretch/>
          </p:blipFill>
          <p:spPr>
            <a:xfrm>
              <a:off x="5579497" y="1277917"/>
              <a:ext cx="1395663" cy="1773551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C103A9-C00F-6098-4773-13B4ACE0C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5459" t="14095" r="7262" b="15203"/>
            <a:stretch/>
          </p:blipFill>
          <p:spPr>
            <a:xfrm>
              <a:off x="7010400" y="1277916"/>
              <a:ext cx="1395663" cy="1773551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CEB27D2-700F-98C1-DE32-B0086CFC08A2}"/>
              </a:ext>
            </a:extLst>
          </p:cNvPr>
          <p:cNvGrpSpPr/>
          <p:nvPr/>
        </p:nvGrpSpPr>
        <p:grpSpPr>
          <a:xfrm>
            <a:off x="1705353" y="2979477"/>
            <a:ext cx="5947991" cy="3766169"/>
            <a:chOff x="3470315" y="3231860"/>
            <a:chExt cx="4923067" cy="311720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DBE952-A777-1747-8C1F-BABA6C8DD8C2}"/>
                </a:ext>
              </a:extLst>
            </p:cNvPr>
            <p:cNvGrpSpPr/>
            <p:nvPr/>
          </p:nvGrpSpPr>
          <p:grpSpPr>
            <a:xfrm>
              <a:off x="3507358" y="3231860"/>
              <a:ext cx="4848984" cy="3090968"/>
              <a:chOff x="3643322" y="2924333"/>
              <a:chExt cx="4848984" cy="3090968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EC1BE96-C435-DD01-B8CC-CA902D77967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280060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59CCF8E-5F93-9DA6-63C6-384F0F8B271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933704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AAEF050-87DF-B44C-9D06-2D43D808007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58734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CCA6084-1680-9455-187C-1040BD52BFE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40992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4B2E99D-ADCB-519B-9D5D-F1875692C2E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89463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5752104-746D-1A1A-C352-EAD67A317CB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548280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5516529-E562-D90F-B290-4A55D9A1D47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201924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6030E38-E717-BC65-55B0-F0490F72FFB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55568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1AE2058-F2B6-CC63-270E-2E9E1B64351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509212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7017E45-4634-EC97-1E7D-FE09B3580C3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162856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300AC397-493E-3E68-7B35-436353D6F01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816500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9D2C36E1-38CB-70CB-B0C5-05A3EF4433B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106882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7D02C9E1-429E-68D8-0293-91F2831E01B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76052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A2624A66-B79B-032F-171A-5AD543A0120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414170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3DBE0B05-572B-638A-5DBF-B35C7004B22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067814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BE2E2BF-F25D-3CBB-AFCE-C075D827AD6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72145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8781ADEA-D387-4030-2BC2-384661BB657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375102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ED6959C9-165E-C560-4A8D-F5AC5D26DCA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028746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E120B60-CE37-C10B-16BC-D755C403891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682390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F9A0959-0E30-371B-9CA7-BA5F0A7D0EA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336034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E709A79-E7A9-4915-434F-682B9752B94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989678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F7C1262-B939-0CEE-45D0-530020963BD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643322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19760B4-8EBC-D3D2-18EB-F9107675B83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31912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08E13C4-54E3-5358-59C2-732041DBE26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972772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87912DD0-37E3-21B6-7BC8-62DC95E8614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62641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A844C92-85A5-B52F-CC35-3B7BE581FF3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49230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32E1F36-167E-E329-9FF1-EA2BB0B3CB2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145950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643F48F-D045-F72D-6268-4B55D50450E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799594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2592A63-C0BA-11B2-BE5D-817B3F195BB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45323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A27DB16-8EB5-A101-56F7-1ED43C52402A}"/>
                </a:ext>
              </a:extLst>
            </p:cNvPr>
            <p:cNvGrpSpPr/>
            <p:nvPr/>
          </p:nvGrpSpPr>
          <p:grpSpPr>
            <a:xfrm>
              <a:off x="3470315" y="3231860"/>
              <a:ext cx="4923067" cy="3117204"/>
              <a:chOff x="4258141" y="2784704"/>
              <a:chExt cx="4749890" cy="3117204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4DCE6E9-7960-CAE2-F17F-798040D2838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58293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DD7E3A9-54D1-1E7B-3E06-EF66201014C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92929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F22DEC0-CD76-D3B9-6508-C859AD19F44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127565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14AE753-811B-C013-6587-D22674F66EE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162200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3415F42-0402-D9F8-FBEC-F8FAAC5A1AE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1968362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3D3A634-E9A4-64D5-11E7-48247BC26A8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31471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356C9A1-91CE-5003-5013-EC0466AE746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66107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1DE6B8D-3EBA-B01F-D97A-05B7C49522C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00743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F71CCF0-9CCB-B142-8046-0C5BF71A47A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35378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59D9B7C-287F-B478-347B-4554B634170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40976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A9F988C-0D4A-186C-92D3-E9433E8B19D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75611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CAA7961-FFC5-C382-9449-08E8F5D503E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1102472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F9C5C40-E679-685F-A72E-B5A71651854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144882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8015A54-3C6C-4D8B-2CDB-06130EEE2DF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179518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2B6F2C9-A86F-1E99-A3B8-E0496EB1F66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14154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DD03B8AE-76E2-93F0-139A-DB746998482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48789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B792AA3-9A58-B5C3-F60B-9E7C2038070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834252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A895E74-EAB2-69A5-E037-47C3D0BBF52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18060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18E5EE3-A630-890E-7D9A-65AA3C79CA8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52696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E228A9-F999-2F43-45C7-68922940AB17}"/>
                  </a:ext>
                </a:extLst>
              </p:cNvPr>
              <p:cNvSpPr txBox="1"/>
              <p:nvPr/>
            </p:nvSpPr>
            <p:spPr>
              <a:xfrm>
                <a:off x="7554758" y="5953000"/>
                <a:ext cx="337400" cy="6510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GB" sz="1400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E228A9-F999-2F43-45C7-68922940A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758" y="5953000"/>
                <a:ext cx="337400" cy="6510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E52C5D-A93C-CA37-46DC-165EE565275B}"/>
                  </a:ext>
                </a:extLst>
              </p:cNvPr>
              <p:cNvSpPr txBox="1"/>
              <p:nvPr/>
            </p:nvSpPr>
            <p:spPr>
              <a:xfrm>
                <a:off x="7550654" y="5489177"/>
                <a:ext cx="341504" cy="650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en-GB" sz="1400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E52C5D-A93C-CA37-46DC-165EE5652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654" y="5489177"/>
                <a:ext cx="341504" cy="6509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79D6DFB-BF97-4F0A-32F9-543FF6314AB1}"/>
              </a:ext>
            </a:extLst>
          </p:cNvPr>
          <p:cNvSpPr txBox="1"/>
          <p:nvPr/>
        </p:nvSpPr>
        <p:spPr>
          <a:xfrm>
            <a:off x="7939018" y="5600942"/>
            <a:ext cx="2520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0.05     0.0333    0.025    0.02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E97010-530C-181A-DBE6-A2CD4247A844}"/>
              </a:ext>
            </a:extLst>
          </p:cNvPr>
          <p:cNvSpPr txBox="1"/>
          <p:nvPr/>
        </p:nvSpPr>
        <p:spPr>
          <a:xfrm>
            <a:off x="7985210" y="6088560"/>
            <a:ext cx="2669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0.0127  0.0284  0.0372  0.0427</a:t>
            </a:r>
          </a:p>
        </p:txBody>
      </p:sp>
    </p:spTree>
    <p:extLst>
      <p:ext uri="{BB962C8B-B14F-4D97-AF65-F5344CB8AC3E}">
        <p14:creationId xmlns:p14="http://schemas.microsoft.com/office/powerpoint/2010/main" val="247897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95EC-C237-689D-E97B-0C58CC669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3EC221-EBC1-2296-99B1-C28B23F6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 with secondary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490D35D-9191-5E05-9013-061C483D58E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1646293" y="461665"/>
                <a:ext cx="8899415" cy="1461297"/>
              </a:xfrm>
              <a:noFill/>
            </p:spPr>
            <p:txBody>
              <a:bodyPr/>
              <a:lstStyle/>
              <a:p>
                <a:r>
                  <a:rPr lang="en-GB" dirty="0"/>
                  <a:t>In an experiment to verify the lens formula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GB" dirty="0"/>
                  <a:t> students obtained the following graph. State how the graph verifies the formula.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490D35D-9191-5E05-9013-061C483D5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646293" y="461665"/>
                <a:ext cx="8899415" cy="1461297"/>
              </a:xfrm>
              <a:blipFill>
                <a:blip r:embed="rId2"/>
                <a:stretch>
                  <a:fillRect l="-1425" t="-862" b="-1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19BF58F9-8AAC-D68C-A8F2-FC7D6A3AFA75}"/>
              </a:ext>
            </a:extLst>
          </p:cNvPr>
          <p:cNvGrpSpPr/>
          <p:nvPr/>
        </p:nvGrpSpPr>
        <p:grpSpPr>
          <a:xfrm>
            <a:off x="1705353" y="2179057"/>
            <a:ext cx="7212111" cy="4566589"/>
            <a:chOff x="3470315" y="3231860"/>
            <a:chExt cx="4923067" cy="311720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60FB6E1-25DD-9136-1EE5-026A013B543B}"/>
                </a:ext>
              </a:extLst>
            </p:cNvPr>
            <p:cNvGrpSpPr/>
            <p:nvPr/>
          </p:nvGrpSpPr>
          <p:grpSpPr>
            <a:xfrm>
              <a:off x="3507358" y="3231860"/>
              <a:ext cx="4848984" cy="3090968"/>
              <a:chOff x="3643322" y="2924333"/>
              <a:chExt cx="4848984" cy="3090968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BA56F79-2D5F-2ABC-509B-43C18F564AA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280060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EAB0DDC-2938-6A53-BE11-939B7A0B68D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933704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7BE1C73-4FBD-ECEA-AFF4-A5B0FBFE19D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58734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D165A493-A811-479E-4D21-DF6A0E5B61A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40992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A22B1ED-A4E9-4513-261C-CC5252DDBFF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89463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A00C960A-7077-4192-60DE-66EFA9EC521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548280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C5701F0-D2D9-F88B-C4AE-DB1F21E0F31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201924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695A6A7-12C2-B3D6-1E09-9DAC87CBE1B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55568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F52D94D-C930-4673-AB91-374A2DD6216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509212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BE8A220-F232-3CB4-842D-9EDD6981A70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162856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DDC4AF1-320F-080E-1A31-C615DD94C2C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816500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DB23A577-7C74-028D-3652-7E0D368AF25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106882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2CA9180-B316-7003-FEF0-4271775A9E6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76052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203B491-B040-66FE-99CD-98D4EDD01D4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414170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4917AF90-D039-E215-3F14-7F7EB4CCCF7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067814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B5917DF-0DB3-F956-4D68-8289E41B31A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72145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5BC2BFC-4FDE-2AC6-3AEC-2C9D7C2FB4B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375102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703E802-1E1F-F797-373F-DBD9C35579C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028746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3E98EE0-EED3-77FF-971D-A3BD9BD116F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682390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6DF7A161-8882-79DB-F7B7-F5013B46135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336034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0E3E2B8D-AA54-6DB2-C1AA-46A79AFFE96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989678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C1CA7C5-7AB3-BB3B-1E4D-2D5D492E053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643322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31D04AC-B65A-5617-5267-6E4180EF7EF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31912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1D1BA8E6-EBA6-D35D-399A-43A903E1157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972772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BAF578C1-3613-64AD-60D5-1674CDFB0AA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62641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A5F729F-93CA-D658-90A5-12560B2BB67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49230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6FE8439-036A-F8A6-516B-CA0715F4EF7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145950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68245DB-B3EF-31A7-0878-7FB2C01DE22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799594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4C6AF2F-CF67-4A6E-C83F-6BDD7C3B978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45323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C43B82F-F51B-9A05-408C-A88B3137C340}"/>
                </a:ext>
              </a:extLst>
            </p:cNvPr>
            <p:cNvGrpSpPr/>
            <p:nvPr/>
          </p:nvGrpSpPr>
          <p:grpSpPr>
            <a:xfrm>
              <a:off x="3470315" y="3231860"/>
              <a:ext cx="4923067" cy="3117204"/>
              <a:chOff x="4258141" y="2784704"/>
              <a:chExt cx="4749890" cy="3117204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D340C22-7684-B585-146A-F63D8AF07CC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58293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D679A1F7-E49F-7613-AEBD-6B276392BAC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92929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A41FF35-CA28-81E6-14B8-AEC9D3760C3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127565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46917C2-15B3-F1B9-4773-9AF42420B9E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162200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C22E375-ACD7-EE83-08C9-373DC4BBC7F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1968362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D15647A-FFF5-C99E-DD7F-4D0E8EAC7BE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31471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04C44F9F-060C-3124-79E9-102C13CDEF2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66107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2B3001-9B7A-9CE4-154A-6F99C858B05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00743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BC5BD7E-3388-235C-1D32-71CF37801B8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35378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60B8C402-D68A-2BEF-E622-812133A2525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40976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538FE4B-F5DA-2127-6AAC-E97A38CF383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75611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3F74727-2C6C-3844-3D90-1E6FAEC5050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1102472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F0785CAA-7A8B-74EB-9325-69B6EBDD612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144882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D2DC78D-E072-B8AB-E0F9-4123A58CFA1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179518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DFB053B-88E1-2744-5B27-EA9DBDE30B9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14154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23375A8-DE5C-E41B-4A31-661DF8249A6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48789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3EBBED4-8B49-B5C5-5D35-08F943F0549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834252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CE62100-5226-8F32-DF1C-883249CD3FA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18060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6CAA3F3-0BCC-DDCD-A6AE-8944C244ACE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52696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0168B87F-F7C8-D7F3-CAE2-1643DB21036D}"/>
              </a:ext>
            </a:extLst>
          </p:cNvPr>
          <p:cNvSpPr/>
          <p:nvPr/>
        </p:nvSpPr>
        <p:spPr>
          <a:xfrm>
            <a:off x="2781184" y="2722949"/>
            <a:ext cx="4454428" cy="3265456"/>
          </a:xfrm>
          <a:custGeom>
            <a:avLst/>
            <a:gdLst>
              <a:gd name="connsiteX0" fmla="*/ 0 w 5394960"/>
              <a:gd name="connsiteY0" fmla="*/ 0 h 3775166"/>
              <a:gd name="connsiteX1" fmla="*/ 0 w 5394960"/>
              <a:gd name="connsiteY1" fmla="*/ 3762103 h 3775166"/>
              <a:gd name="connsiteX2" fmla="*/ 5394960 w 5394960"/>
              <a:gd name="connsiteY2" fmla="*/ 3775166 h 377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4960" h="3775166">
                <a:moveTo>
                  <a:pt x="0" y="0"/>
                </a:moveTo>
                <a:lnTo>
                  <a:pt x="0" y="3762103"/>
                </a:lnTo>
                <a:lnTo>
                  <a:pt x="5394960" y="3775166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9BF42A1-0854-F35E-5FCE-EC94B074144C}"/>
                  </a:ext>
                </a:extLst>
              </p:cNvPr>
              <p:cNvSpPr txBox="1"/>
              <p:nvPr/>
            </p:nvSpPr>
            <p:spPr>
              <a:xfrm>
                <a:off x="1871749" y="2112371"/>
                <a:ext cx="2658485" cy="703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den>
                    </m:f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𝑖𝑛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𝑚𝑒𝑡𝑒𝑟𝑠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9BF42A1-0854-F35E-5FCE-EC94B0741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749" y="2112371"/>
                <a:ext cx="2658485" cy="703013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CB0A6C9-FEAE-5D49-1577-835B17D38E88}"/>
                  </a:ext>
                </a:extLst>
              </p:cNvPr>
              <p:cNvSpPr txBox="1"/>
              <p:nvPr/>
            </p:nvSpPr>
            <p:spPr>
              <a:xfrm>
                <a:off x="6167141" y="6026952"/>
                <a:ext cx="2628412" cy="7028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den>
                    </m:f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𝑖𝑛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𝑚𝑒𝑡𝑒𝑟𝑠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CB0A6C9-FEAE-5D49-1577-835B17D38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141" y="6026952"/>
                <a:ext cx="2628412" cy="702885"/>
              </a:xfrm>
              <a:prstGeom prst="rect">
                <a:avLst/>
              </a:prstGeom>
              <a:blipFill>
                <a:blip r:embed="rId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5B9A8CA-CF20-2623-5CEF-4DDA1929D644}"/>
              </a:ext>
            </a:extLst>
          </p:cNvPr>
          <p:cNvCxnSpPr>
            <a:cxnSpLocks/>
            <a:endCxn id="103" idx="0"/>
          </p:cNvCxnSpPr>
          <p:nvPr/>
        </p:nvCxnSpPr>
        <p:spPr>
          <a:xfrm>
            <a:off x="2639156" y="3172645"/>
            <a:ext cx="3151890" cy="2961062"/>
          </a:xfrm>
          <a:prstGeom prst="line">
            <a:avLst/>
          </a:prstGeom>
          <a:ln w="28575">
            <a:solidFill>
              <a:schemeClr val="tx1"/>
            </a:solidFill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9BB1FA0-24B4-ED2E-B58E-3048A086937C}"/>
              </a:ext>
            </a:extLst>
          </p:cNvPr>
          <p:cNvGrpSpPr/>
          <p:nvPr/>
        </p:nvGrpSpPr>
        <p:grpSpPr>
          <a:xfrm>
            <a:off x="2639156" y="2943053"/>
            <a:ext cx="158794" cy="3028234"/>
            <a:chOff x="8743406" y="3234435"/>
            <a:chExt cx="195943" cy="913148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2D4CFD5-1EA8-2865-EED5-C5689F8109CA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3855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8470219-4811-AB71-2D06-1AAA93EBC5BB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5379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095734D-305A-C5CE-9137-93B5B7B53250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6903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A684C4A-442F-3267-F96F-4F1741DF44F5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8427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8AC8CAA-FB66-9129-E499-3C57CD10EAE4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9951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157C18B-10A8-7E57-1003-946B5CF16707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41475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214401C-A27E-FB71-87A6-F02EF9049ABC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234435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8DCA3F7-EE55-9425-44DA-3D272693240F}"/>
              </a:ext>
            </a:extLst>
          </p:cNvPr>
          <p:cNvGrpSpPr/>
          <p:nvPr/>
        </p:nvGrpSpPr>
        <p:grpSpPr>
          <a:xfrm rot="5400000">
            <a:off x="4214260" y="4543320"/>
            <a:ext cx="158794" cy="3028234"/>
            <a:chOff x="8743406" y="3234435"/>
            <a:chExt cx="195943" cy="913148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22126CE-1087-E57F-3F5B-30FB77434006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3855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8D098C4-1D6E-1910-4D1D-89DB9C94A4CC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5379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99AB0F8-D7A9-202B-B276-7BF8031D0E45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6903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74A3818-3126-3471-3AAA-33A06DE50145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8427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86F97F6-9038-1798-C0D0-8D8BAF25EA65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9951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A7F01DB-C671-9A78-BE7B-70B76972158A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41475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91BC8CC-662C-FA78-C0C6-E6DE3C12FDBA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234435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8979F4D-21AE-8C47-CAC3-52C2AA567719}"/>
              </a:ext>
            </a:extLst>
          </p:cNvPr>
          <p:cNvGrpSpPr/>
          <p:nvPr/>
        </p:nvGrpSpPr>
        <p:grpSpPr>
          <a:xfrm>
            <a:off x="2226564" y="2710981"/>
            <a:ext cx="385042" cy="2997049"/>
            <a:chOff x="702564" y="2710980"/>
            <a:chExt cx="385042" cy="2997049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ADD8DA8-7BBB-2990-2588-ED18B0616173}"/>
                </a:ext>
              </a:extLst>
            </p:cNvPr>
            <p:cNvSpPr txBox="1"/>
            <p:nvPr/>
          </p:nvSpPr>
          <p:spPr>
            <a:xfrm>
              <a:off x="702564" y="5246364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70F4E01-BF56-7828-BE20-BD4B62A6300D}"/>
                </a:ext>
              </a:extLst>
            </p:cNvPr>
            <p:cNvSpPr txBox="1"/>
            <p:nvPr/>
          </p:nvSpPr>
          <p:spPr>
            <a:xfrm>
              <a:off x="717494" y="4738966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D6DE310-51FE-1F6B-6A9F-C7A82D0C385B}"/>
                </a:ext>
              </a:extLst>
            </p:cNvPr>
            <p:cNvSpPr txBox="1"/>
            <p:nvPr/>
          </p:nvSpPr>
          <p:spPr>
            <a:xfrm>
              <a:off x="717494" y="4162605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79DC116-B7FD-38CB-4392-B630CB62F649}"/>
                </a:ext>
              </a:extLst>
            </p:cNvPr>
            <p:cNvSpPr txBox="1"/>
            <p:nvPr/>
          </p:nvSpPr>
          <p:spPr>
            <a:xfrm>
              <a:off x="717494" y="3639583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7FAD4D8-9369-D0D8-67C2-41E52C74406E}"/>
                </a:ext>
              </a:extLst>
            </p:cNvPr>
            <p:cNvSpPr txBox="1"/>
            <p:nvPr/>
          </p:nvSpPr>
          <p:spPr>
            <a:xfrm>
              <a:off x="717494" y="3181046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CCA8B82-576B-8AAB-3303-2FEDADF64E18}"/>
                </a:ext>
              </a:extLst>
            </p:cNvPr>
            <p:cNvSpPr txBox="1"/>
            <p:nvPr/>
          </p:nvSpPr>
          <p:spPr>
            <a:xfrm>
              <a:off x="717494" y="2710980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6C9ACD7-3A0E-9C40-2A0C-01089A9D0484}"/>
              </a:ext>
            </a:extLst>
          </p:cNvPr>
          <p:cNvGrpSpPr/>
          <p:nvPr/>
        </p:nvGrpSpPr>
        <p:grpSpPr>
          <a:xfrm>
            <a:off x="3040814" y="6133708"/>
            <a:ext cx="2935288" cy="461665"/>
            <a:chOff x="1516814" y="6133707"/>
            <a:chExt cx="2935288" cy="46166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C6328E3-56CE-FF26-9A28-C36DC8731C7C}"/>
                </a:ext>
              </a:extLst>
            </p:cNvPr>
            <p:cNvSpPr txBox="1"/>
            <p:nvPr/>
          </p:nvSpPr>
          <p:spPr>
            <a:xfrm>
              <a:off x="1516814" y="61337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DB89BE6-FA0C-CB21-3668-E62EA09DBB81}"/>
                </a:ext>
              </a:extLst>
            </p:cNvPr>
            <p:cNvSpPr txBox="1"/>
            <p:nvPr/>
          </p:nvSpPr>
          <p:spPr>
            <a:xfrm>
              <a:off x="2041793" y="6133707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E42C93B-71C6-4740-D09B-46BF12A286B4}"/>
                </a:ext>
              </a:extLst>
            </p:cNvPr>
            <p:cNvSpPr txBox="1"/>
            <p:nvPr/>
          </p:nvSpPr>
          <p:spPr>
            <a:xfrm>
              <a:off x="2551842" y="6133707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A27EB70-40BD-57D6-48FF-CE873D9286B9}"/>
                </a:ext>
              </a:extLst>
            </p:cNvPr>
            <p:cNvSpPr txBox="1"/>
            <p:nvPr/>
          </p:nvSpPr>
          <p:spPr>
            <a:xfrm>
              <a:off x="3061891" y="6133707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7607FF3-7F9F-8503-1F57-1DA528D127FD}"/>
                </a:ext>
              </a:extLst>
            </p:cNvPr>
            <p:cNvSpPr txBox="1"/>
            <p:nvPr/>
          </p:nvSpPr>
          <p:spPr>
            <a:xfrm>
              <a:off x="3571940" y="6133707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F6598AA-BC4E-2925-2F7D-A4785A533408}"/>
                </a:ext>
              </a:extLst>
            </p:cNvPr>
            <p:cNvSpPr txBox="1"/>
            <p:nvPr/>
          </p:nvSpPr>
          <p:spPr>
            <a:xfrm>
              <a:off x="4081990" y="6133707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7590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5822E-A1B6-BA61-547F-419FF106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EC764C-F9FC-1E38-A0B7-18C8364B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 with secondary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123BF-99D0-A34B-3F6C-6D093035D6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6293" y="461664"/>
            <a:ext cx="8899415" cy="1255728"/>
          </a:xfrm>
          <a:noFill/>
        </p:spPr>
        <p:txBody>
          <a:bodyPr/>
          <a:lstStyle/>
          <a:p>
            <a:r>
              <a:rPr lang="en-GB" dirty="0"/>
              <a:t>In an experiment to verify the lens formula students obtained the following graph. Using the graph determine the focal length of the lens.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494885-E9FA-63BB-84BA-413DCA262862}"/>
              </a:ext>
            </a:extLst>
          </p:cNvPr>
          <p:cNvGrpSpPr/>
          <p:nvPr/>
        </p:nvGrpSpPr>
        <p:grpSpPr>
          <a:xfrm>
            <a:off x="1705353" y="2179057"/>
            <a:ext cx="7212111" cy="4566589"/>
            <a:chOff x="3470315" y="3231860"/>
            <a:chExt cx="4923067" cy="311720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7A450A-7A69-E7F2-6C2A-370F9A0D1F7A}"/>
                </a:ext>
              </a:extLst>
            </p:cNvPr>
            <p:cNvGrpSpPr/>
            <p:nvPr/>
          </p:nvGrpSpPr>
          <p:grpSpPr>
            <a:xfrm>
              <a:off x="3507358" y="3231860"/>
              <a:ext cx="4848984" cy="3090968"/>
              <a:chOff x="3643322" y="2924333"/>
              <a:chExt cx="4848984" cy="3090968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4C26F83-16F2-0885-D96C-A7FF668997D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280060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FAAA4E7-6675-7A5F-A2BC-F11B5F717B8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933704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1874CD9-9B0E-E245-0770-D7515228C35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58734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FCADEE4-B979-1155-67F0-D57514A5675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40992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CE14802-7F56-E4C7-AAD5-1E38DF540A7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89463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0149F07-5042-97AF-A653-9809A995E17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548280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40ECCAD2-A360-81F4-9E6A-E45979A9077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201924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19A845E-9ACC-D698-0725-005019B881B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55568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CA7A506-B93A-4EEC-D72B-56B8CFFB87D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509212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DF9B4C1-E1ED-4A1B-C324-2645E7C1138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162856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5196D46-934B-A18C-2999-0E5CE03B2A8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816500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F98DC1A-D394-78BB-143E-B3937CB5C33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106882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B91DE58-1C8E-151E-4269-5445816A337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76052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A7239935-17FB-9D7E-7C0D-486D9EF72A9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414170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3860329-37AB-B7BB-4D83-A01FB771758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067814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46A87FC-3E12-DC5C-8808-8FF4B7D82EE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72145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4B538EE7-9C68-1050-6C38-82BD2CDF62D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375102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C407B98-3441-65D9-5D44-2AA62FD9F42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028746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28BFC3D-4478-0D66-425B-CE1842B64AC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682390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5413D96-0723-F306-CE0C-9A0CA8B7ED2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336034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1A0A260-57A4-5102-47DF-EBEDE720FFD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989678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CE77CCE-69D2-2876-5C1B-FD7701B1D14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643322" y="2924334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D29D80DB-906B-14AF-2CC7-33DB34C3959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31912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7F7B365-67E7-9FB5-F30E-6BBD864814E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972772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945D11E-CD31-636B-217C-0DDE3D28595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62641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5F08EF8-3CCD-862C-7A6F-1AF0BE11693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492306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693E1E3-2774-9206-814E-AFE974E7D8B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145950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CBCE9A2F-18FE-E7EB-8E4B-F8FFE7567E5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799594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B532E1E-9F69-7397-CA81-0A218DC1B77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453238" y="2924333"/>
                <a:ext cx="0" cy="30909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BED5A75-BE62-EED2-9455-D51AFCA95843}"/>
                </a:ext>
              </a:extLst>
            </p:cNvPr>
            <p:cNvGrpSpPr/>
            <p:nvPr/>
          </p:nvGrpSpPr>
          <p:grpSpPr>
            <a:xfrm>
              <a:off x="3470315" y="3231860"/>
              <a:ext cx="4923067" cy="3117204"/>
              <a:chOff x="4258141" y="2784704"/>
              <a:chExt cx="4749890" cy="3117204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8BCB912-59A4-0690-D32C-4D43B2D7F71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58293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DEBEAE55-9DE0-2C00-62FC-6360E891019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92929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84010F8-5EC6-0404-E324-1813CB95ABD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127565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CF3B431-86E9-7DE7-0992-7B931F4F8F2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162200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34A6E3E-4F39-19CE-66A2-52BC57257DD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1968362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1BBA5FC-721E-1F7E-E3F9-F7ECA133D49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31471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73AF3649-818B-5BFC-7EB9-31C4EDD40CE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66107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E786FF3-5340-2C56-7E6A-65D920FD63E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00743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2E173A0-DBA5-3674-2B7C-63F9B2451C9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35378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609150E8-7E25-AD40-861A-08FD8DEA9A4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40976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CC5C375-B7C1-5688-76C9-CEFE3BCF738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75611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0D5AA90-8CB7-051A-8E14-490B68AF900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1102472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CBBC19E-8A36-4574-432F-A9EDC43D532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5" y="144882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173E642-EEC1-0A05-F048-B8E45F923CD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179518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FDDF0CE-9311-65BF-8D07-17DA802844B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141540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A833AB7-43E4-247B-FC25-60A5BA2359F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487896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1106849C-A6BB-BD2F-71CA-6A09C9ACF05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2834252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7E48804-D3F2-22EB-7B74-C7308A9B4BE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180608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53FB3B8-6264-B366-6208-5912192B536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633087" y="3526964"/>
                <a:ext cx="0" cy="47498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1D824664-A506-5AE7-8463-4D883DEEF206}"/>
              </a:ext>
            </a:extLst>
          </p:cNvPr>
          <p:cNvSpPr/>
          <p:nvPr/>
        </p:nvSpPr>
        <p:spPr>
          <a:xfrm>
            <a:off x="2781184" y="2468949"/>
            <a:ext cx="4454428" cy="3265456"/>
          </a:xfrm>
          <a:custGeom>
            <a:avLst/>
            <a:gdLst>
              <a:gd name="connsiteX0" fmla="*/ 0 w 5394960"/>
              <a:gd name="connsiteY0" fmla="*/ 0 h 3775166"/>
              <a:gd name="connsiteX1" fmla="*/ 0 w 5394960"/>
              <a:gd name="connsiteY1" fmla="*/ 3762103 h 3775166"/>
              <a:gd name="connsiteX2" fmla="*/ 5394960 w 5394960"/>
              <a:gd name="connsiteY2" fmla="*/ 3775166 h 377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4960" h="3775166">
                <a:moveTo>
                  <a:pt x="0" y="0"/>
                </a:moveTo>
                <a:lnTo>
                  <a:pt x="0" y="3762103"/>
                </a:lnTo>
                <a:lnTo>
                  <a:pt x="5394960" y="3775166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678CDFA-FB8A-E317-5F61-0EF684F1AB0D}"/>
                  </a:ext>
                </a:extLst>
              </p:cNvPr>
              <p:cNvSpPr txBox="1"/>
              <p:nvPr/>
            </p:nvSpPr>
            <p:spPr>
              <a:xfrm>
                <a:off x="1871749" y="1858371"/>
                <a:ext cx="2658485" cy="703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den>
                    </m:f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𝑖𝑛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𝑚𝑒𝑡𝑒𝑟𝑠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678CDFA-FB8A-E317-5F61-0EF684F1A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749" y="1858371"/>
                <a:ext cx="2658485" cy="703013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2A49B7-5F07-4B26-430F-4F22844511FD}"/>
                  </a:ext>
                </a:extLst>
              </p:cNvPr>
              <p:cNvSpPr txBox="1"/>
              <p:nvPr/>
            </p:nvSpPr>
            <p:spPr>
              <a:xfrm>
                <a:off x="6167141" y="5772952"/>
                <a:ext cx="2628412" cy="7028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den>
                    </m:f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𝑖𝑛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𝑚𝑒𝑡𝑒𝑟𝑠</m:t>
                    </m:r>
                    <m:r>
                      <a:rPr lang="en-GB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GB" sz="28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2A49B7-5F07-4B26-430F-4F2284451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141" y="5772952"/>
                <a:ext cx="2628412" cy="702885"/>
              </a:xfrm>
              <a:prstGeom prst="rect">
                <a:avLst/>
              </a:prstGeom>
              <a:blipFill>
                <a:blip r:embed="rId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2609AEB-4F42-045D-88B8-7873987B661F}"/>
              </a:ext>
            </a:extLst>
          </p:cNvPr>
          <p:cNvCxnSpPr>
            <a:cxnSpLocks/>
          </p:cNvCxnSpPr>
          <p:nvPr/>
        </p:nvCxnSpPr>
        <p:spPr>
          <a:xfrm>
            <a:off x="2611606" y="2561384"/>
            <a:ext cx="3049334" cy="3321451"/>
          </a:xfrm>
          <a:prstGeom prst="line">
            <a:avLst/>
          </a:prstGeom>
          <a:ln w="28575">
            <a:solidFill>
              <a:schemeClr val="tx1"/>
            </a:solidFill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3EDBDBF-A87F-7479-1AF5-F998E53E0AB4}"/>
              </a:ext>
            </a:extLst>
          </p:cNvPr>
          <p:cNvSpPr txBox="1"/>
          <p:nvPr/>
        </p:nvSpPr>
        <p:spPr>
          <a:xfrm>
            <a:off x="2188202" y="499236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FCC49B-11E7-62CA-3F48-6DEBA27DB041}"/>
              </a:ext>
            </a:extLst>
          </p:cNvPr>
          <p:cNvSpPr txBox="1"/>
          <p:nvPr/>
        </p:nvSpPr>
        <p:spPr>
          <a:xfrm>
            <a:off x="2203132" y="4484966"/>
            <a:ext cx="370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CFB8C3-5519-72B7-B743-34EB6943C392}"/>
              </a:ext>
            </a:extLst>
          </p:cNvPr>
          <p:cNvSpPr txBox="1"/>
          <p:nvPr/>
        </p:nvSpPr>
        <p:spPr>
          <a:xfrm>
            <a:off x="2203132" y="3908605"/>
            <a:ext cx="370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2EC0B2-6928-6D86-6838-30C07A2E4F36}"/>
              </a:ext>
            </a:extLst>
          </p:cNvPr>
          <p:cNvSpPr txBox="1"/>
          <p:nvPr/>
        </p:nvSpPr>
        <p:spPr>
          <a:xfrm>
            <a:off x="2203132" y="3385583"/>
            <a:ext cx="370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7EE11EA-82BD-A245-5648-EAFAFAF89AED}"/>
              </a:ext>
            </a:extLst>
          </p:cNvPr>
          <p:cNvSpPr txBox="1"/>
          <p:nvPr/>
        </p:nvSpPr>
        <p:spPr>
          <a:xfrm>
            <a:off x="2203132" y="2927046"/>
            <a:ext cx="370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57FBF41-917C-A24F-F3B5-DCE635BC1A1A}"/>
              </a:ext>
            </a:extLst>
          </p:cNvPr>
          <p:cNvGrpSpPr/>
          <p:nvPr/>
        </p:nvGrpSpPr>
        <p:grpSpPr>
          <a:xfrm>
            <a:off x="2639156" y="2689053"/>
            <a:ext cx="158794" cy="3028234"/>
            <a:chOff x="8743406" y="3234435"/>
            <a:chExt cx="195943" cy="913148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7D7B412-E05F-BFFD-5017-7167080BF0C9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3855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B522D90-BC99-F736-1327-59A526AD96AA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5379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7E9E789-2937-4969-5BE9-81E1A814DFAF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6903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D23E4D7-117E-65F5-79FF-B90D4FE08540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8427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4BA1916-D267-5B09-4A34-AA60948CED28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9951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E1F5D38-D072-B345-B9F2-DEA06EB232A0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41475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2DA1E52-64A8-F9BE-4062-12CBF38BC12A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234435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98ACC62-9C07-B582-8BB7-7DC162CD9C25}"/>
              </a:ext>
            </a:extLst>
          </p:cNvPr>
          <p:cNvGrpSpPr/>
          <p:nvPr/>
        </p:nvGrpSpPr>
        <p:grpSpPr>
          <a:xfrm rot="5400000">
            <a:off x="4214260" y="4289320"/>
            <a:ext cx="158794" cy="3028234"/>
            <a:chOff x="8743406" y="3234435"/>
            <a:chExt cx="195943" cy="913148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8C440D1-94BB-D4E2-1C3B-82670BEEAD32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3855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83600C9-0165-5212-B463-A3498C215B9F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5379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9B7BAC7-AFEC-F9F5-9D12-50A2F57D5C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6903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B958324-D014-75E7-23F0-559B33A032DD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8427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943E1EC-1291-8EDF-CF77-1FC6F918253B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9951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9F7922-218F-A851-0551-693C165743CE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4147583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B81229B-960F-D7D0-E482-4AF267A9914C}"/>
                </a:ext>
              </a:extLst>
            </p:cNvPr>
            <p:cNvCxnSpPr>
              <a:cxnSpLocks/>
            </p:cNvCxnSpPr>
            <p:nvPr/>
          </p:nvCxnSpPr>
          <p:spPr>
            <a:xfrm>
              <a:off x="8743406" y="3234435"/>
              <a:ext cx="19594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7DD15A-E71C-5ED8-51DF-5DC76BA4AEB3}"/>
              </a:ext>
            </a:extLst>
          </p:cNvPr>
          <p:cNvSpPr txBox="1"/>
          <p:nvPr/>
        </p:nvSpPr>
        <p:spPr>
          <a:xfrm>
            <a:off x="2241494" y="2456980"/>
            <a:ext cx="370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1CDC7A-F53C-90D9-8CF5-2A286755AE1A}"/>
              </a:ext>
            </a:extLst>
          </p:cNvPr>
          <p:cNvGrpSpPr/>
          <p:nvPr/>
        </p:nvGrpSpPr>
        <p:grpSpPr>
          <a:xfrm>
            <a:off x="3095764" y="5884018"/>
            <a:ext cx="2935288" cy="461665"/>
            <a:chOff x="1516814" y="6133707"/>
            <a:chExt cx="2935288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324227-9C10-50B6-AC7A-6AA275DDD07C}"/>
                </a:ext>
              </a:extLst>
            </p:cNvPr>
            <p:cNvSpPr txBox="1"/>
            <p:nvPr/>
          </p:nvSpPr>
          <p:spPr>
            <a:xfrm>
              <a:off x="1516814" y="61337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06C8950-AB75-DDAE-0838-ADF858604A2D}"/>
                </a:ext>
              </a:extLst>
            </p:cNvPr>
            <p:cNvSpPr txBox="1"/>
            <p:nvPr/>
          </p:nvSpPr>
          <p:spPr>
            <a:xfrm>
              <a:off x="2041793" y="6133707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1134C69-EDAB-4ECA-54B5-B00BE87391C1}"/>
                </a:ext>
              </a:extLst>
            </p:cNvPr>
            <p:cNvSpPr txBox="1"/>
            <p:nvPr/>
          </p:nvSpPr>
          <p:spPr>
            <a:xfrm>
              <a:off x="2551842" y="6133707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DB52F5D-1298-A954-F2A8-E5887DB21D8D}"/>
                </a:ext>
              </a:extLst>
            </p:cNvPr>
            <p:cNvSpPr txBox="1"/>
            <p:nvPr/>
          </p:nvSpPr>
          <p:spPr>
            <a:xfrm>
              <a:off x="3061891" y="6133707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48F0C70-80E9-821C-3A91-99A583AB6434}"/>
                </a:ext>
              </a:extLst>
            </p:cNvPr>
            <p:cNvSpPr txBox="1"/>
            <p:nvPr/>
          </p:nvSpPr>
          <p:spPr>
            <a:xfrm>
              <a:off x="3571940" y="6133707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B41D233-17F4-F440-AC1C-B5C251ED6317}"/>
                </a:ext>
              </a:extLst>
            </p:cNvPr>
            <p:cNvSpPr txBox="1"/>
            <p:nvPr/>
          </p:nvSpPr>
          <p:spPr>
            <a:xfrm>
              <a:off x="4081990" y="6133707"/>
              <a:ext cx="370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4541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D294D-245E-F16B-F9CD-1CE31FBB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834F8C-F6AB-D56E-07C3-CC6A7E41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 with secondary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ACCC0F5B-D586-CDDC-6C27-0242303D9C6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1646293" y="461664"/>
                <a:ext cx="8899415" cy="1849096"/>
              </a:xfrm>
              <a:noFill/>
            </p:spPr>
            <p:txBody>
              <a:bodyPr/>
              <a:lstStyle/>
              <a:p>
                <a:r>
                  <a:rPr lang="en-GB" dirty="0"/>
                  <a:t>A student made measurements of u and v for the image of an object in a converging lens with 𝑓 = 15 cm to verify the model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GB" dirty="0"/>
                  <a:t> Calculate the percentage error of each data point.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ACCC0F5B-D586-CDDC-6C27-0242303D9C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646293" y="461664"/>
                <a:ext cx="8899415" cy="1849096"/>
              </a:xfrm>
              <a:blipFill>
                <a:blip r:embed="rId3"/>
                <a:stretch>
                  <a:fillRect l="-1425" t="-5479" b="-8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6CC53E-83D8-DFE0-2ADE-EE87A5B22337}"/>
                  </a:ext>
                </a:extLst>
              </p:cNvPr>
              <p:cNvSpPr txBox="1"/>
              <p:nvPr/>
            </p:nvSpPr>
            <p:spPr>
              <a:xfrm>
                <a:off x="4842380" y="4802145"/>
                <a:ext cx="1755929" cy="8245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den>
                      </m:f>
                      <m:r>
                        <a:rPr lang="en-GB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den>
                      </m:f>
                      <m:r>
                        <a:rPr lang="en-GB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sSup>
                        <m:sSupPr>
                          <m:ctrlPr>
                            <a:rPr lang="en-GB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cm</m:t>
                          </m:r>
                        </m:e>
                        <m:sup>
                          <m:r>
                            <a:rPr lang="en-GB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en-GB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GB" sz="2000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6CC53E-83D8-DFE0-2ADE-EE87A5B22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380" y="4802145"/>
                <a:ext cx="1755929" cy="8245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8409990-0D4E-4C24-730E-653A9A365AD3}"/>
              </a:ext>
            </a:extLst>
          </p:cNvPr>
          <p:cNvSpPr txBox="1"/>
          <p:nvPr/>
        </p:nvSpPr>
        <p:spPr>
          <a:xfrm>
            <a:off x="2650691" y="2311742"/>
            <a:ext cx="1204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u (cm)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D1A935-FAF7-B28B-2400-122807E0821A}"/>
              </a:ext>
            </a:extLst>
          </p:cNvPr>
          <p:cNvSpPr txBox="1"/>
          <p:nvPr/>
        </p:nvSpPr>
        <p:spPr>
          <a:xfrm>
            <a:off x="2681632" y="2830844"/>
            <a:ext cx="1364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v (cm)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E99BAD-DEB4-C611-0AB2-CB46531A1BF2}"/>
              </a:ext>
            </a:extLst>
          </p:cNvPr>
          <p:cNvSpPr txBox="1"/>
          <p:nvPr/>
        </p:nvSpPr>
        <p:spPr>
          <a:xfrm>
            <a:off x="3966935" y="2335810"/>
            <a:ext cx="776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6C172-5328-B451-C482-AFC20BB9F11F}"/>
              </a:ext>
            </a:extLst>
          </p:cNvPr>
          <p:cNvSpPr txBox="1"/>
          <p:nvPr/>
        </p:nvSpPr>
        <p:spPr>
          <a:xfrm>
            <a:off x="3966933" y="2834962"/>
            <a:ext cx="930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56.2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9AFE48-7F95-7A2E-183E-568FF2D4832E}"/>
              </a:ext>
            </a:extLst>
          </p:cNvPr>
          <p:cNvSpPr txBox="1"/>
          <p:nvPr/>
        </p:nvSpPr>
        <p:spPr>
          <a:xfrm>
            <a:off x="5288914" y="2827057"/>
            <a:ext cx="889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30.3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29DCD9-F8AD-F018-2BA6-B5070BF35D0A}"/>
              </a:ext>
            </a:extLst>
          </p:cNvPr>
          <p:cNvSpPr txBox="1"/>
          <p:nvPr/>
        </p:nvSpPr>
        <p:spPr>
          <a:xfrm>
            <a:off x="5247850" y="2335810"/>
            <a:ext cx="776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E50F84-FEB8-D913-165B-2F11082580EC}"/>
              </a:ext>
            </a:extLst>
          </p:cNvPr>
          <p:cNvSpPr txBox="1"/>
          <p:nvPr/>
        </p:nvSpPr>
        <p:spPr>
          <a:xfrm>
            <a:off x="6760236" y="2311742"/>
            <a:ext cx="776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BCD8F6-07E6-4D14-5F15-4750C10AB1E0}"/>
              </a:ext>
            </a:extLst>
          </p:cNvPr>
          <p:cNvSpPr txBox="1"/>
          <p:nvPr/>
        </p:nvSpPr>
        <p:spPr>
          <a:xfrm>
            <a:off x="6782027" y="2827057"/>
            <a:ext cx="998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24.1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6A4011-ED97-7C41-283F-C57FC29656FC}"/>
              </a:ext>
            </a:extLst>
          </p:cNvPr>
          <p:cNvSpPr txBox="1"/>
          <p:nvPr/>
        </p:nvSpPr>
        <p:spPr>
          <a:xfrm>
            <a:off x="6547561" y="4971735"/>
            <a:ext cx="1330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DE501A-564E-234C-B747-868E54EE56EE}"/>
              </a:ext>
            </a:extLst>
          </p:cNvPr>
          <p:cNvSpPr txBox="1"/>
          <p:nvPr/>
        </p:nvSpPr>
        <p:spPr>
          <a:xfrm>
            <a:off x="7928328" y="4963830"/>
            <a:ext cx="1330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0.0663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8F4ED0-2704-C7C7-0C60-DD0D916B2155}"/>
              </a:ext>
            </a:extLst>
          </p:cNvPr>
          <p:cNvSpPr txBox="1"/>
          <p:nvPr/>
        </p:nvSpPr>
        <p:spPr>
          <a:xfrm>
            <a:off x="9304733" y="4939071"/>
            <a:ext cx="1330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0.0665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7C83212-60D2-472A-46A7-B5C1D1CF5AAF}"/>
                  </a:ext>
                </a:extLst>
              </p:cNvPr>
              <p:cNvSpPr txBox="1"/>
              <p:nvPr/>
            </p:nvSpPr>
            <p:spPr>
              <a:xfrm>
                <a:off x="5263347" y="5419290"/>
                <a:ext cx="1316066" cy="8783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den>
                      </m:f>
                      <m:r>
                        <a:rPr lang="en-GB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en-GB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en-GB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en-GB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GB" sz="2000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7C83212-60D2-472A-46A7-B5C1D1CF5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347" y="5419290"/>
                <a:ext cx="1316066" cy="8783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B4EEEEE5-C2C8-332F-66D3-AA30DF51F4EB}"/>
              </a:ext>
            </a:extLst>
          </p:cNvPr>
          <p:cNvSpPr txBox="1"/>
          <p:nvPr/>
        </p:nvSpPr>
        <p:spPr>
          <a:xfrm>
            <a:off x="6509804" y="5580437"/>
            <a:ext cx="1330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0.0667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AC8515-E744-1B15-1EDD-104BD2B46A78}"/>
              </a:ext>
            </a:extLst>
          </p:cNvPr>
          <p:cNvSpPr txBox="1"/>
          <p:nvPr/>
        </p:nvSpPr>
        <p:spPr>
          <a:xfrm>
            <a:off x="7928328" y="5580437"/>
            <a:ext cx="1330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0.0667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3167BB-9E86-8A13-A877-BE9846C94774}"/>
              </a:ext>
            </a:extLst>
          </p:cNvPr>
          <p:cNvSpPr txBox="1"/>
          <p:nvPr/>
        </p:nvSpPr>
        <p:spPr>
          <a:xfrm>
            <a:off x="9302927" y="5580437"/>
            <a:ext cx="1330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0.0667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DB6873-3BDF-E222-9851-8A2FFE90ED09}"/>
              </a:ext>
            </a:extLst>
          </p:cNvPr>
          <p:cNvSpPr txBox="1"/>
          <p:nvPr/>
        </p:nvSpPr>
        <p:spPr>
          <a:xfrm>
            <a:off x="4910221" y="6137330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error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12701A-F1D1-3267-5047-7AA86D21A34D}"/>
              </a:ext>
            </a:extLst>
          </p:cNvPr>
          <p:cNvSpPr txBox="1"/>
          <p:nvPr/>
        </p:nvSpPr>
        <p:spPr>
          <a:xfrm>
            <a:off x="6447173" y="6196281"/>
            <a:ext cx="976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1.8%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2FCC72-06D9-BBC1-3D8B-9E65EB8695D6}"/>
              </a:ext>
            </a:extLst>
          </p:cNvPr>
          <p:cNvSpPr txBox="1"/>
          <p:nvPr/>
        </p:nvSpPr>
        <p:spPr>
          <a:xfrm>
            <a:off x="8042602" y="6196281"/>
            <a:ext cx="976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F5624D-6289-C0FB-E61B-CCD5F92504CC}"/>
              </a:ext>
            </a:extLst>
          </p:cNvPr>
          <p:cNvSpPr txBox="1"/>
          <p:nvPr/>
        </p:nvSpPr>
        <p:spPr>
          <a:xfrm>
            <a:off x="9284055" y="6196281"/>
            <a:ext cx="1020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0.3%</a:t>
            </a:r>
          </a:p>
        </p:txBody>
      </p:sp>
    </p:spTree>
    <p:extLst>
      <p:ext uri="{BB962C8B-B14F-4D97-AF65-F5344CB8AC3E}">
        <p14:creationId xmlns:p14="http://schemas.microsoft.com/office/powerpoint/2010/main" val="371274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Macintosh PowerPoint</Application>
  <PresentationFormat>Widescreen</PresentationFormat>
  <Paragraphs>143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Verify 1/f=1/u+1/v</vt:lpstr>
      <vt:lpstr>Experiment to Verify 1/f=1/u+1/v</vt:lpstr>
      <vt:lpstr>find f using a distant object</vt:lpstr>
      <vt:lpstr>find u and v</vt:lpstr>
      <vt:lpstr>Alternative setup using a small LED</vt:lpstr>
      <vt:lpstr>Find u and v</vt:lpstr>
      <vt:lpstr>Data and calculations</vt:lpstr>
      <vt:lpstr>Graph</vt:lpstr>
      <vt:lpstr>Example 5</vt:lpstr>
      <vt:lpstr>Exercise with secondary data</vt:lpstr>
      <vt:lpstr>Exercise with secondary data</vt:lpstr>
      <vt:lpstr>Exercise with secondary data</vt:lpstr>
      <vt:lpstr>Exercise with secondary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Casey</dc:creator>
  <cp:lastModifiedBy>A Casey</cp:lastModifiedBy>
  <cp:revision>1</cp:revision>
  <dcterms:created xsi:type="dcterms:W3CDTF">2026-10-19T21:40:57Z</dcterms:created>
  <dcterms:modified xsi:type="dcterms:W3CDTF">2026-10-19T21:41:19Z</dcterms:modified>
</cp:coreProperties>
</file>